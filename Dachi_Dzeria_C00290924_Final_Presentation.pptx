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8" r:id="rId2"/>
    <p:sldId id="260" r:id="rId3"/>
    <p:sldId id="261" r:id="rId4"/>
    <p:sldId id="262" r:id="rId5"/>
    <p:sldId id="263" r:id="rId6"/>
    <p:sldId id="264" r:id="rId7"/>
    <p:sldId id="265" r:id="rId8"/>
    <p:sldId id="272" r:id="rId9"/>
    <p:sldId id="273" r:id="rId10"/>
    <p:sldId id="274" r:id="rId11"/>
    <p:sldId id="278" r:id="rId12"/>
    <p:sldId id="275" r:id="rId13"/>
    <p:sldId id="293" r:id="rId14"/>
    <p:sldId id="268" r:id="rId15"/>
    <p:sldId id="267" r:id="rId16"/>
    <p:sldId id="269" r:id="rId17"/>
    <p:sldId id="301" r:id="rId18"/>
    <p:sldId id="303" r:id="rId19"/>
    <p:sldId id="304" r:id="rId20"/>
    <p:sldId id="283" r:id="rId21"/>
    <p:sldId id="266" r:id="rId22"/>
    <p:sldId id="270" r:id="rId23"/>
    <p:sldId id="276" r:id="rId24"/>
    <p:sldId id="279" r:id="rId25"/>
    <p:sldId id="280" r:id="rId26"/>
    <p:sldId id="281" r:id="rId27"/>
    <p:sldId id="294" r:id="rId28"/>
    <p:sldId id="284" r:id="rId29"/>
    <p:sldId id="296" r:id="rId30"/>
    <p:sldId id="285" r:id="rId31"/>
    <p:sldId id="297" r:id="rId32"/>
    <p:sldId id="298" r:id="rId33"/>
    <p:sldId id="299" r:id="rId34"/>
    <p:sldId id="300" r:id="rId35"/>
    <p:sldId id="290" r:id="rId36"/>
    <p:sldId id="292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5B55AE-D9BF-47ED-89A9-E1A2437FAACE}" v="106" dt="2026-04-25T15:26:41.7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3" autoAdjust="0"/>
    <p:restoredTop sz="94660"/>
  </p:normalViewPr>
  <p:slideViewPr>
    <p:cSldViewPr snapToGrid="0">
      <p:cViewPr varScale="1">
        <p:scale>
          <a:sx n="72" d="100"/>
          <a:sy n="72" d="100"/>
        </p:scale>
        <p:origin x="43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s Constantinou" userId="S::christos.constantinou@setu.ie::c31709ee-54a5-4ced-8c9d-eaa616774e7c" providerId="AD" clId="Web-{149F633B-DF6C-7144-06E2-452B9DB4E994}"/>
    <pc:docChg chg="modSld">
      <pc:chgData name="Christos Constantinou" userId="S::christos.constantinou@setu.ie::c31709ee-54a5-4ced-8c9d-eaa616774e7c" providerId="AD" clId="Web-{149F633B-DF6C-7144-06E2-452B9DB4E994}" dt="2026-04-25T10:10:13.073" v="1"/>
      <pc:docMkLst>
        <pc:docMk/>
      </pc:docMkLst>
      <pc:sldChg chg="modSp">
        <pc:chgData name="Christos Constantinou" userId="S::christos.constantinou@setu.ie::c31709ee-54a5-4ced-8c9d-eaa616774e7c" providerId="AD" clId="Web-{149F633B-DF6C-7144-06E2-452B9DB4E994}" dt="2026-04-25T10:10:13.073" v="1"/>
        <pc:sldMkLst>
          <pc:docMk/>
          <pc:sldMk cId="3881109027" sldId="263"/>
        </pc:sldMkLst>
        <pc:graphicFrameChg chg="mod modGraphic">
          <ac:chgData name="Christos Constantinou" userId="S::christos.constantinou@setu.ie::c31709ee-54a5-4ced-8c9d-eaa616774e7c" providerId="AD" clId="Web-{149F633B-DF6C-7144-06E2-452B9DB4E994}" dt="2026-04-25T10:10:13.073" v="1"/>
          <ac:graphicFrameMkLst>
            <pc:docMk/>
            <pc:sldMk cId="3881109027" sldId="263"/>
            <ac:graphicFrameMk id="18" creationId="{FA477F09-A664-F614-7BD8-8A50FC381F01}"/>
          </ac:graphicFrameMkLst>
        </pc:graphicFrameChg>
      </pc:sldChg>
    </pc:docChg>
  </pc:docChgLst>
  <pc:docChgLst>
    <pc:chgData name="(Student  C00290924) Dachi Dzeria" userId="d9cf6cb5-31b2-4092-8c35-5f49078da41d" providerId="ADAL" clId="{6AB98AE9-E361-4C9B-9D50-3B82B78DB450}"/>
    <pc:docChg chg="undo redo custSel addSld delSld modSld sldOrd modMainMaster">
      <pc:chgData name="(Student  C00290924) Dachi Dzeria" userId="d9cf6cb5-31b2-4092-8c35-5f49078da41d" providerId="ADAL" clId="{6AB98AE9-E361-4C9B-9D50-3B82B78DB450}" dt="2026-04-26T15:02:01.953" v="7772"/>
      <pc:docMkLst>
        <pc:docMk/>
      </pc:docMkLst>
      <pc:sldChg chg="modSp mod">
        <pc:chgData name="(Student  C00290924) Dachi Dzeria" userId="d9cf6cb5-31b2-4092-8c35-5f49078da41d" providerId="ADAL" clId="{6AB98AE9-E361-4C9B-9D50-3B82B78DB450}" dt="2026-04-23T19:44:01.068" v="4786" actId="790"/>
        <pc:sldMkLst>
          <pc:docMk/>
          <pc:sldMk cId="0" sldId="258"/>
        </pc:sldMkLst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0" sldId="258"/>
            <ac:spMk id="2" creationId="{00000000-0000-0000-0000-000000000000}"/>
          </ac:spMkLst>
        </pc:spChg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0" sldId="258"/>
            <ac:spMk id="3" creationId="{00000000-0000-0000-0000-000000000000}"/>
          </ac:spMkLst>
        </pc:spChg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0" sldId="258"/>
            <ac:spMk id="5" creationId="{00000000-0000-0000-0000-000000000000}"/>
          </ac:spMkLst>
        </pc:spChg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0" sldId="258"/>
            <ac:spMk id="6" creationId="{00000000-0000-0000-0000-000000000000}"/>
          </ac:spMkLst>
        </pc:spChg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0" sldId="258"/>
            <ac:spMk id="7" creationId="{00000000-0000-0000-0000-000000000000}"/>
          </ac:spMkLst>
        </pc:spChg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0" sldId="258"/>
            <ac:spMk id="8" creationId="{00000000-0000-0000-0000-000000000000}"/>
          </ac:spMkLst>
        </pc:spChg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0" sldId="258"/>
            <ac:spMk id="9" creationId="{00000000-0000-0000-0000-000000000000}"/>
          </ac:spMkLst>
        </pc:spChg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0" sldId="258"/>
            <ac:spMk id="10" creationId="{00000000-0000-0000-0000-000000000000}"/>
          </ac:spMkLst>
        </pc:spChg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0" sldId="258"/>
            <ac:spMk id="11" creationId="{00000000-0000-0000-0000-000000000000}"/>
          </ac:spMkLst>
        </pc:spChg>
      </pc:sldChg>
      <pc:sldChg chg="addSp delSp modSp mod">
        <pc:chgData name="(Student  C00290924) Dachi Dzeria" userId="d9cf6cb5-31b2-4092-8c35-5f49078da41d" providerId="ADAL" clId="{6AB98AE9-E361-4C9B-9D50-3B82B78DB450}" dt="2026-04-25T14:58:54.977" v="7583" actId="20577"/>
        <pc:sldMkLst>
          <pc:docMk/>
          <pc:sldMk cId="612711118" sldId="260"/>
        </pc:sldMkLst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612711118" sldId="260"/>
            <ac:spMk id="2" creationId="{34817670-F5CA-0A00-0F3F-F1C5A813035F}"/>
          </ac:spMkLst>
        </pc:spChg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612711118" sldId="260"/>
            <ac:spMk id="3" creationId="{58F8CFF6-44F7-D408-B299-9ADA6D494ACF}"/>
          </ac:spMkLst>
        </pc:spChg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612711118" sldId="260"/>
            <ac:spMk id="15" creationId="{F599B9DA-F840-DB37-0DC0-4EBF42EA215B}"/>
          </ac:spMkLst>
        </pc:spChg>
        <pc:spChg chg="mod">
          <ac:chgData name="(Student  C00290924) Dachi Dzeria" userId="d9cf6cb5-31b2-4092-8c35-5f49078da41d" providerId="ADAL" clId="{6AB98AE9-E361-4C9B-9D50-3B82B78DB450}" dt="2026-04-25T14:58:51.392" v="7575" actId="20577"/>
          <ac:spMkLst>
            <pc:docMk/>
            <pc:sldMk cId="612711118" sldId="260"/>
            <ac:spMk id="16" creationId="{5A583D8D-8E46-03C1-0A57-49649D3DB5FA}"/>
          </ac:spMkLst>
        </pc:spChg>
        <pc:spChg chg="mod">
          <ac:chgData name="(Student  C00290924) Dachi Dzeria" userId="d9cf6cb5-31b2-4092-8c35-5f49078da41d" providerId="ADAL" clId="{6AB98AE9-E361-4C9B-9D50-3B82B78DB450}" dt="2026-04-25T14:58:54.977" v="7583" actId="20577"/>
          <ac:spMkLst>
            <pc:docMk/>
            <pc:sldMk cId="612711118" sldId="260"/>
            <ac:spMk id="17" creationId="{6F5A7A69-2132-EA68-FCAC-7B64506D1121}"/>
          </ac:spMkLst>
        </pc:spChg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612711118" sldId="260"/>
            <ac:spMk id="19" creationId="{126C6C22-3B46-8E4F-E4C6-1E88E9F20E2D}"/>
          </ac:spMkLst>
        </pc:spChg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612711118" sldId="260"/>
            <ac:spMk id="20" creationId="{44B97DE5-D2CF-7428-26ED-BAC2E0556298}"/>
          </ac:spMkLst>
        </pc:spChg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612711118" sldId="260"/>
            <ac:spMk id="21" creationId="{C44A73A9-6647-3BF5-B4AF-A8821ADBF892}"/>
          </ac:spMkLst>
        </pc:spChg>
        <pc:grpChg chg="add mod">
          <ac:chgData name="(Student  C00290924) Dachi Dzeria" userId="d9cf6cb5-31b2-4092-8c35-5f49078da41d" providerId="ADAL" clId="{6AB98AE9-E361-4C9B-9D50-3B82B78DB450}" dt="2026-04-25T14:58:30.034" v="7549" actId="1076"/>
          <ac:grpSpMkLst>
            <pc:docMk/>
            <pc:sldMk cId="612711118" sldId="260"/>
            <ac:grpSpMk id="14" creationId="{A643C736-983D-555A-1248-E8B82E74EB75}"/>
          </ac:grpSpMkLst>
        </pc:grpChg>
        <pc:cxnChg chg="mod">
          <ac:chgData name="(Student  C00290924) Dachi Dzeria" userId="d9cf6cb5-31b2-4092-8c35-5f49078da41d" providerId="ADAL" clId="{6AB98AE9-E361-4C9B-9D50-3B82B78DB450}" dt="2026-04-23T14:50:21.538" v="558"/>
          <ac:cxnSpMkLst>
            <pc:docMk/>
            <pc:sldMk cId="612711118" sldId="260"/>
            <ac:cxnSpMk id="18" creationId="{F6FEB1AD-383E-3B0E-0512-A6C287A8AE6F}"/>
          </ac:cxnSpMkLst>
        </pc:cxnChg>
      </pc:sldChg>
      <pc:sldChg chg="addSp delSp modSp new mod">
        <pc:chgData name="(Student  C00290924) Dachi Dzeria" userId="d9cf6cb5-31b2-4092-8c35-5f49078da41d" providerId="ADAL" clId="{6AB98AE9-E361-4C9B-9D50-3B82B78DB450}" dt="2026-04-25T12:35:50.465" v="7374" actId="20577"/>
        <pc:sldMkLst>
          <pc:docMk/>
          <pc:sldMk cId="1771220341" sldId="261"/>
        </pc:sldMkLst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1771220341" sldId="261"/>
            <ac:spMk id="2" creationId="{E8A151ED-CA60-50CB-F5F9-71C89797A6B0}"/>
          </ac:spMkLst>
        </pc:spChg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1771220341" sldId="261"/>
            <ac:spMk id="3" creationId="{2BB56AE6-5FA4-BAD1-CAD3-F0BF8F195374}"/>
          </ac:spMkLst>
        </pc:spChg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1771220341" sldId="261"/>
            <ac:spMk id="4" creationId="{5687EA36-8B27-EC9E-0962-4C7C69034CCA}"/>
          </ac:spMkLst>
        </pc:spChg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1771220341" sldId="261"/>
            <ac:spMk id="5" creationId="{E5A25B57-AD6B-1FEE-585B-293BB488244F}"/>
          </ac:spMkLst>
        </pc:spChg>
        <pc:spChg chg="add 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1771220341" sldId="261"/>
            <ac:spMk id="6" creationId="{D12C886A-7799-1EE7-BB4F-1CE68801CFCE}"/>
          </ac:spMkLst>
        </pc:spChg>
        <pc:spChg chg="add 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1771220341" sldId="261"/>
            <ac:spMk id="7" creationId="{8AE7BCEE-5E6D-6933-BC07-898C8986DBA1}"/>
          </ac:spMkLst>
        </pc:spChg>
        <pc:spChg chg="add mod">
          <ac:chgData name="(Student  C00290924) Dachi Dzeria" userId="d9cf6cb5-31b2-4092-8c35-5f49078da41d" providerId="ADAL" clId="{6AB98AE9-E361-4C9B-9D50-3B82B78DB450}" dt="2026-04-23T16:10:18.747" v="2340" actId="208"/>
          <ac:spMkLst>
            <pc:docMk/>
            <pc:sldMk cId="1771220341" sldId="261"/>
            <ac:spMk id="9" creationId="{E1F0FEF8-FCC5-0988-0465-6077E8BDF91D}"/>
          </ac:spMkLst>
        </pc:spChg>
        <pc:spChg chg="add 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1771220341" sldId="261"/>
            <ac:spMk id="12" creationId="{377BD550-2A98-2841-4EED-660633E34960}"/>
          </ac:spMkLst>
        </pc:spChg>
        <pc:spChg chg="add mod or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1771220341" sldId="261"/>
            <ac:spMk id="14" creationId="{52DAE045-ACA4-70E2-32ED-B4ACBB74E1B3}"/>
          </ac:spMkLst>
        </pc:spChg>
        <pc:spChg chg="add 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1771220341" sldId="261"/>
            <ac:spMk id="15" creationId="{321D8ED5-6054-1AF0-4A79-F9C97AD88169}"/>
          </ac:spMkLst>
        </pc:spChg>
        <pc:spChg chg="add mod">
          <ac:chgData name="(Student  C00290924) Dachi Dzeria" userId="d9cf6cb5-31b2-4092-8c35-5f49078da41d" providerId="ADAL" clId="{6AB98AE9-E361-4C9B-9D50-3B82B78DB450}" dt="2026-04-25T12:35:50.465" v="7374" actId="20577"/>
          <ac:spMkLst>
            <pc:docMk/>
            <pc:sldMk cId="1771220341" sldId="261"/>
            <ac:spMk id="16" creationId="{93CAFCDA-DF9C-B32B-F66E-6ECC3DA63257}"/>
          </ac:spMkLst>
        </pc:spChg>
        <pc:grpChg chg="add mod">
          <ac:chgData name="(Student  C00290924) Dachi Dzeria" userId="d9cf6cb5-31b2-4092-8c35-5f49078da41d" providerId="ADAL" clId="{6AB98AE9-E361-4C9B-9D50-3B82B78DB450}" dt="2026-04-23T16:10:29.746" v="2343" actId="1076"/>
          <ac:grpSpMkLst>
            <pc:docMk/>
            <pc:sldMk cId="1771220341" sldId="261"/>
            <ac:grpSpMk id="17" creationId="{67263814-1E71-F313-2753-73A455C40FEE}"/>
          </ac:grpSpMkLst>
        </pc:grpChg>
        <pc:grpChg chg="add mod ord">
          <ac:chgData name="(Student  C00290924) Dachi Dzeria" userId="d9cf6cb5-31b2-4092-8c35-5f49078da41d" providerId="ADAL" clId="{6AB98AE9-E361-4C9B-9D50-3B82B78DB450}" dt="2026-04-23T15:16:24.641" v="1171" actId="14861"/>
          <ac:grpSpMkLst>
            <pc:docMk/>
            <pc:sldMk cId="1771220341" sldId="261"/>
            <ac:grpSpMk id="18" creationId="{0BEE2649-C61F-2AD3-2A67-0B3ADE62D49D}"/>
          </ac:grpSpMkLst>
        </pc:grpChg>
      </pc:sldChg>
      <pc:sldChg chg="addSp delSp modSp new mod">
        <pc:chgData name="(Student  C00290924) Dachi Dzeria" userId="d9cf6cb5-31b2-4092-8c35-5f49078da41d" providerId="ADAL" clId="{6AB98AE9-E361-4C9B-9D50-3B82B78DB450}" dt="2026-04-25T12:39:27.114" v="7379" actId="20577"/>
        <pc:sldMkLst>
          <pc:docMk/>
          <pc:sldMk cId="1090236766" sldId="262"/>
        </pc:sldMkLst>
        <pc:spChg chg="mod">
          <ac:chgData name="(Student  C00290924) Dachi Dzeria" userId="d9cf6cb5-31b2-4092-8c35-5f49078da41d" providerId="ADAL" clId="{6AB98AE9-E361-4C9B-9D50-3B82B78DB450}" dt="2026-04-25T12:39:27.114" v="7379" actId="20577"/>
          <ac:spMkLst>
            <pc:docMk/>
            <pc:sldMk cId="1090236766" sldId="262"/>
            <ac:spMk id="2" creationId="{BE53885B-4987-5E3D-CE65-3B32E41CE071}"/>
          </ac:spMkLst>
        </pc:spChg>
        <pc:spChg chg="add 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1090236766" sldId="262"/>
            <ac:spMk id="6" creationId="{C22E99E0-298A-D660-3FF9-8A2FB858AE6E}"/>
          </ac:spMkLst>
        </pc:spChg>
        <pc:spChg chg="add mod">
          <ac:chgData name="(Student  C00290924) Dachi Dzeria" userId="d9cf6cb5-31b2-4092-8c35-5f49078da41d" providerId="ADAL" clId="{6AB98AE9-E361-4C9B-9D50-3B82B78DB450}" dt="2026-04-23T15:43:56.743" v="1687" actId="1582"/>
          <ac:spMkLst>
            <pc:docMk/>
            <pc:sldMk cId="1090236766" sldId="262"/>
            <ac:spMk id="7" creationId="{A586E280-2626-3F77-94EF-33AB95E9E5E0}"/>
          </ac:spMkLst>
        </pc:spChg>
        <pc:spChg chg="add mod">
          <ac:chgData name="(Student  C00290924) Dachi Dzeria" userId="d9cf6cb5-31b2-4092-8c35-5f49078da41d" providerId="ADAL" clId="{6AB98AE9-E361-4C9B-9D50-3B82B78DB450}" dt="2026-04-23T18:24:02.347" v="3275" actId="947"/>
          <ac:spMkLst>
            <pc:docMk/>
            <pc:sldMk cId="1090236766" sldId="262"/>
            <ac:spMk id="9" creationId="{432AE13A-F00C-5B0A-7437-70BB3CBBAEE3}"/>
          </ac:spMkLst>
        </pc:spChg>
        <pc:spChg chg="add mod">
          <ac:chgData name="(Student  C00290924) Dachi Dzeria" userId="d9cf6cb5-31b2-4092-8c35-5f49078da41d" providerId="ADAL" clId="{6AB98AE9-E361-4C9B-9D50-3B82B78DB450}" dt="2026-04-23T15:38:29.926" v="1487" actId="2711"/>
          <ac:spMkLst>
            <pc:docMk/>
            <pc:sldMk cId="1090236766" sldId="262"/>
            <ac:spMk id="10" creationId="{7286A509-D199-877F-D137-E22AD0F65F9F}"/>
          </ac:spMkLst>
        </pc:spChg>
        <pc:spChg chg="mod">
          <ac:chgData name="(Student  C00290924) Dachi Dzeria" userId="d9cf6cb5-31b2-4092-8c35-5f49078da41d" providerId="ADAL" clId="{6AB98AE9-E361-4C9B-9D50-3B82B78DB450}" dt="2026-04-23T15:42:54.850" v="1678" actId="1582"/>
          <ac:spMkLst>
            <pc:docMk/>
            <pc:sldMk cId="1090236766" sldId="262"/>
            <ac:spMk id="13" creationId="{D7DF3109-D891-8BA8-25E5-60023C9889A2}"/>
          </ac:spMkLst>
        </pc:spChg>
        <pc:spChg chg="mod">
          <ac:chgData name="(Student  C00290924) Dachi Dzeria" userId="d9cf6cb5-31b2-4092-8c35-5f49078da41d" providerId="ADAL" clId="{6AB98AE9-E361-4C9B-9D50-3B82B78DB450}" dt="2026-04-23T15:42:46.165" v="1677" actId="1582"/>
          <ac:spMkLst>
            <pc:docMk/>
            <pc:sldMk cId="1090236766" sldId="262"/>
            <ac:spMk id="14" creationId="{C47BCCEC-0B30-C1BF-9347-203C07B85461}"/>
          </ac:spMkLst>
        </pc:spChg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1090236766" sldId="262"/>
            <ac:spMk id="15" creationId="{EE7FEA7D-569F-3F77-830F-BEC5C492FC5B}"/>
          </ac:spMkLst>
        </pc:spChg>
        <pc:spChg chg="mod">
          <ac:chgData name="(Student  C00290924) Dachi Dzeria" userId="d9cf6cb5-31b2-4092-8c35-5f49078da41d" providerId="ADAL" clId="{6AB98AE9-E361-4C9B-9D50-3B82B78DB450}" dt="2026-04-23T15:42:42.392" v="1676" actId="1582"/>
          <ac:spMkLst>
            <pc:docMk/>
            <pc:sldMk cId="1090236766" sldId="262"/>
            <ac:spMk id="16" creationId="{8D1EB547-1C22-595E-41CD-C401CBED70B4}"/>
          </ac:spMkLst>
        </pc:spChg>
        <pc:spChg chg="mod">
          <ac:chgData name="(Student  C00290924) Dachi Dzeria" userId="d9cf6cb5-31b2-4092-8c35-5f49078da41d" providerId="ADAL" clId="{6AB98AE9-E361-4C9B-9D50-3B82B78DB450}" dt="2026-04-23T15:44:01.639" v="1688" actId="1582"/>
          <ac:spMkLst>
            <pc:docMk/>
            <pc:sldMk cId="1090236766" sldId="262"/>
            <ac:spMk id="18" creationId="{41EA2F98-2403-E955-DD90-A824B375F907}"/>
          </ac:spMkLst>
        </pc:spChg>
        <pc:spChg chg="mod">
          <ac:chgData name="(Student  C00290924) Dachi Dzeria" userId="d9cf6cb5-31b2-4092-8c35-5f49078da41d" providerId="ADAL" clId="{6AB98AE9-E361-4C9B-9D50-3B82B78DB450}" dt="2026-04-23T15:44:02.534" v="1689" actId="1582"/>
          <ac:spMkLst>
            <pc:docMk/>
            <pc:sldMk cId="1090236766" sldId="262"/>
            <ac:spMk id="19" creationId="{E9C484A8-7118-2480-DF73-F76FCF01DBEA}"/>
          </ac:spMkLst>
        </pc:spChg>
        <pc:spChg chg="mod">
          <ac:chgData name="(Student  C00290924) Dachi Dzeria" userId="d9cf6cb5-31b2-4092-8c35-5f49078da41d" providerId="ADAL" clId="{6AB98AE9-E361-4C9B-9D50-3B82B78DB450}" dt="2026-04-23T18:24:05.603" v="3277" actId="947"/>
          <ac:spMkLst>
            <pc:docMk/>
            <pc:sldMk cId="1090236766" sldId="262"/>
            <ac:spMk id="20" creationId="{4E41998C-DA6E-D2BE-94A4-4F63628274F2}"/>
          </ac:spMkLst>
        </pc:spChg>
        <pc:spChg chg="mod">
          <ac:chgData name="(Student  C00290924) Dachi Dzeria" userId="d9cf6cb5-31b2-4092-8c35-5f49078da41d" providerId="ADAL" clId="{6AB98AE9-E361-4C9B-9D50-3B82B78DB450}" dt="2026-04-23T15:39:14.298" v="1539" actId="20577"/>
          <ac:spMkLst>
            <pc:docMk/>
            <pc:sldMk cId="1090236766" sldId="262"/>
            <ac:spMk id="21" creationId="{B310D1DB-F3CF-B4AF-87A0-52996601E24E}"/>
          </ac:spMkLst>
        </pc:spChg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1090236766" sldId="262"/>
            <ac:spMk id="23" creationId="{8F679C23-6A51-7805-39B5-038A311CC3D6}"/>
          </ac:spMkLst>
        </pc:spChg>
        <pc:spChg chg="mod">
          <ac:chgData name="(Student  C00290924) Dachi Dzeria" userId="d9cf6cb5-31b2-4092-8c35-5f49078da41d" providerId="ADAL" clId="{6AB98AE9-E361-4C9B-9D50-3B82B78DB450}" dt="2026-04-23T16:05:43.156" v="2215" actId="208"/>
          <ac:spMkLst>
            <pc:docMk/>
            <pc:sldMk cId="1090236766" sldId="262"/>
            <ac:spMk id="24" creationId="{FEA4A437-0614-31A8-2F37-E60BE01BDC16}"/>
          </ac:spMkLst>
        </pc:spChg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1090236766" sldId="262"/>
            <ac:spMk id="25" creationId="{898F39D8-E15E-F3B8-3EF7-2A4E26A919E0}"/>
          </ac:spMkLst>
        </pc:spChg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1090236766" sldId="262"/>
            <ac:spMk id="26" creationId="{472E2BCA-67FB-07A9-0A4C-B87124D2E478}"/>
          </ac:spMkLst>
        </pc:spChg>
        <pc:spChg chg="mod">
          <ac:chgData name="(Student  C00290924) Dachi Dzeria" userId="d9cf6cb5-31b2-4092-8c35-5f49078da41d" providerId="ADAL" clId="{6AB98AE9-E361-4C9B-9D50-3B82B78DB450}" dt="2026-04-23T16:05:55.724" v="2217" actId="208"/>
          <ac:spMkLst>
            <pc:docMk/>
            <pc:sldMk cId="1090236766" sldId="262"/>
            <ac:spMk id="28" creationId="{A971A919-06A1-E746-F242-AB283F2ABBAC}"/>
          </ac:spMkLst>
        </pc:spChg>
        <pc:spChg chg="mod">
          <ac:chgData name="(Student  C00290924) Dachi Dzeria" userId="d9cf6cb5-31b2-4092-8c35-5f49078da41d" providerId="ADAL" clId="{6AB98AE9-E361-4C9B-9D50-3B82B78DB450}" dt="2026-04-23T16:05:51.553" v="2216" actId="208"/>
          <ac:spMkLst>
            <pc:docMk/>
            <pc:sldMk cId="1090236766" sldId="262"/>
            <ac:spMk id="29" creationId="{959069FF-B2BE-D16A-4D64-BA179DC5833A}"/>
          </ac:spMkLst>
        </pc:spChg>
        <pc:spChg chg="mod">
          <ac:chgData name="(Student  C00290924) Dachi Dzeria" userId="d9cf6cb5-31b2-4092-8c35-5f49078da41d" providerId="ADAL" clId="{6AB98AE9-E361-4C9B-9D50-3B82B78DB450}" dt="2026-04-23T18:24:07.797" v="3279" actId="947"/>
          <ac:spMkLst>
            <pc:docMk/>
            <pc:sldMk cId="1090236766" sldId="262"/>
            <ac:spMk id="30" creationId="{2C90C226-5287-4905-B96C-84A3B188AE42}"/>
          </ac:spMkLst>
        </pc:spChg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1090236766" sldId="262"/>
            <ac:spMk id="31" creationId="{62CF88F6-CFC8-B0EA-A6D3-1D909B8C29F8}"/>
          </ac:spMkLst>
        </pc:spChg>
        <pc:spChg chg="mod">
          <ac:chgData name="(Student  C00290924) Dachi Dzeria" userId="d9cf6cb5-31b2-4092-8c35-5f49078da41d" providerId="ADAL" clId="{6AB98AE9-E361-4C9B-9D50-3B82B78DB450}" dt="2026-04-23T16:06:11.070" v="2222" actId="208"/>
          <ac:spMkLst>
            <pc:docMk/>
            <pc:sldMk cId="1090236766" sldId="262"/>
            <ac:spMk id="33" creationId="{AE5E5881-0763-AFB8-164B-0258A04CA224}"/>
          </ac:spMkLst>
        </pc:spChg>
        <pc:spChg chg="mod">
          <ac:chgData name="(Student  C00290924) Dachi Dzeria" userId="d9cf6cb5-31b2-4092-8c35-5f49078da41d" providerId="ADAL" clId="{6AB98AE9-E361-4C9B-9D50-3B82B78DB450}" dt="2026-04-23T16:06:03.458" v="2219" actId="208"/>
          <ac:spMkLst>
            <pc:docMk/>
            <pc:sldMk cId="1090236766" sldId="262"/>
            <ac:spMk id="34" creationId="{AEAE4160-34C6-0C0B-2CB1-CD2BC10F4EEE}"/>
          </ac:spMkLst>
        </pc:spChg>
        <pc:spChg chg="mod">
          <ac:chgData name="(Student  C00290924) Dachi Dzeria" userId="d9cf6cb5-31b2-4092-8c35-5f49078da41d" providerId="ADAL" clId="{6AB98AE9-E361-4C9B-9D50-3B82B78DB450}" dt="2026-04-24T12:09:24.183" v="6501" actId="20577"/>
          <ac:spMkLst>
            <pc:docMk/>
            <pc:sldMk cId="1090236766" sldId="262"/>
            <ac:spMk id="35" creationId="{26AD9295-1ED1-6161-6F27-350857D3649B}"/>
          </ac:spMkLst>
        </pc:spChg>
        <pc:spChg chg="mod">
          <ac:chgData name="(Student  C00290924) Dachi Dzeria" userId="d9cf6cb5-31b2-4092-8c35-5f49078da41d" providerId="ADAL" clId="{6AB98AE9-E361-4C9B-9D50-3B82B78DB450}" dt="2026-04-23T15:42:01.900" v="1666" actId="20577"/>
          <ac:spMkLst>
            <pc:docMk/>
            <pc:sldMk cId="1090236766" sldId="262"/>
            <ac:spMk id="36" creationId="{57AB10B4-3B30-0BB9-D447-196E4CBB1D41}"/>
          </ac:spMkLst>
        </pc:spChg>
        <pc:spChg chg="mod">
          <ac:chgData name="(Student  C00290924) Dachi Dzeria" userId="d9cf6cb5-31b2-4092-8c35-5f49078da41d" providerId="ADAL" clId="{6AB98AE9-E361-4C9B-9D50-3B82B78DB450}" dt="2026-04-23T16:07:39.357" v="2236"/>
          <ac:spMkLst>
            <pc:docMk/>
            <pc:sldMk cId="1090236766" sldId="262"/>
            <ac:spMk id="127" creationId="{FBA36C12-08DC-B538-D370-78E8321F257A}"/>
          </ac:spMkLst>
        </pc:spChg>
        <pc:spChg chg="mod">
          <ac:chgData name="(Student  C00290924) Dachi Dzeria" userId="d9cf6cb5-31b2-4092-8c35-5f49078da41d" providerId="ADAL" clId="{6AB98AE9-E361-4C9B-9D50-3B82B78DB450}" dt="2026-04-23T18:24:11.436" v="3282" actId="947"/>
          <ac:spMkLst>
            <pc:docMk/>
            <pc:sldMk cId="1090236766" sldId="262"/>
            <ac:spMk id="129" creationId="{F2CF2E1B-D6B4-4451-F902-185C2D4325AB}"/>
          </ac:spMkLst>
        </pc:spChg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1090236766" sldId="262"/>
            <ac:spMk id="130" creationId="{59CB2DFA-6F92-0CB9-F488-1C0913F528D7}"/>
          </ac:spMkLst>
        </pc:spChg>
        <pc:spChg chg="mod">
          <ac:chgData name="(Student  C00290924) Dachi Dzeria" userId="d9cf6cb5-31b2-4092-8c35-5f49078da41d" providerId="ADAL" clId="{6AB98AE9-E361-4C9B-9D50-3B82B78DB450}" dt="2026-04-23T16:07:26.540" v="2233"/>
          <ac:spMkLst>
            <pc:docMk/>
            <pc:sldMk cId="1090236766" sldId="262"/>
            <ac:spMk id="132" creationId="{12CBC2D9-09DB-E154-9726-0CE24D06A906}"/>
          </ac:spMkLst>
        </pc:spChg>
        <pc:spChg chg="mod">
          <ac:chgData name="(Student  C00290924) Dachi Dzeria" userId="d9cf6cb5-31b2-4092-8c35-5f49078da41d" providerId="ADAL" clId="{6AB98AE9-E361-4C9B-9D50-3B82B78DB450}" dt="2026-04-23T18:24:12.798" v="3283" actId="947"/>
          <ac:spMkLst>
            <pc:docMk/>
            <pc:sldMk cId="1090236766" sldId="262"/>
            <ac:spMk id="134" creationId="{6728A665-236C-ED3D-7AE9-A6726BF6CD37}"/>
          </ac:spMkLst>
        </pc:spChg>
        <pc:spChg chg="mod">
          <ac:chgData name="(Student  C00290924) Dachi Dzeria" userId="d9cf6cb5-31b2-4092-8c35-5f49078da41d" providerId="ADAL" clId="{6AB98AE9-E361-4C9B-9D50-3B82B78DB450}" dt="2026-04-23T16:10:56.574" v="2347" actId="14100"/>
          <ac:spMkLst>
            <pc:docMk/>
            <pc:sldMk cId="1090236766" sldId="262"/>
            <ac:spMk id="135" creationId="{3B0035DF-F312-E66A-3DB0-E1782D61FE8E}"/>
          </ac:spMkLst>
        </pc:spChg>
        <pc:spChg chg="mod">
          <ac:chgData name="(Student  C00290924) Dachi Dzeria" userId="d9cf6cb5-31b2-4092-8c35-5f49078da41d" providerId="ADAL" clId="{6AB98AE9-E361-4C9B-9D50-3B82B78DB450}" dt="2026-04-23T16:07:26.067" v="2232"/>
          <ac:spMkLst>
            <pc:docMk/>
            <pc:sldMk cId="1090236766" sldId="262"/>
            <ac:spMk id="137" creationId="{972790AF-E47F-AE9A-0C14-2C04A820E52B}"/>
          </ac:spMkLst>
        </pc:spChg>
        <pc:spChg chg="mod">
          <ac:chgData name="(Student  C00290924) Dachi Dzeria" userId="d9cf6cb5-31b2-4092-8c35-5f49078da41d" providerId="ADAL" clId="{6AB98AE9-E361-4C9B-9D50-3B82B78DB450}" dt="2026-04-25T12:38:43.494" v="7376" actId="20577"/>
          <ac:spMkLst>
            <pc:docMk/>
            <pc:sldMk cId="1090236766" sldId="262"/>
            <ac:spMk id="139" creationId="{F139E117-22A4-0E98-9D85-4D3157228A13}"/>
          </ac:spMkLst>
        </pc:spChg>
        <pc:spChg chg="mod">
          <ac:chgData name="(Student  C00290924) Dachi Dzeria" userId="d9cf6cb5-31b2-4092-8c35-5f49078da41d" providerId="ADAL" clId="{6AB98AE9-E361-4C9B-9D50-3B82B78DB450}" dt="2026-04-25T12:38:45.707" v="7377" actId="20577"/>
          <ac:spMkLst>
            <pc:docMk/>
            <pc:sldMk cId="1090236766" sldId="262"/>
            <ac:spMk id="140" creationId="{795EB3AA-DD6F-F801-DB82-B424017C36D6}"/>
          </ac:spMkLst>
        </pc:spChg>
        <pc:spChg chg="add 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1090236766" sldId="262"/>
            <ac:spMk id="151" creationId="{F6ADAF0A-8D5B-9D8F-B970-BEB3E3A91B2E}"/>
          </ac:spMkLst>
        </pc:spChg>
        <pc:spChg chg="add mod">
          <ac:chgData name="(Student  C00290924) Dachi Dzeria" userId="d9cf6cb5-31b2-4092-8c35-5f49078da41d" providerId="ADAL" clId="{6AB98AE9-E361-4C9B-9D50-3B82B78DB450}" dt="2026-04-23T16:06:25.648" v="2225" actId="208"/>
          <ac:spMkLst>
            <pc:docMk/>
            <pc:sldMk cId="1090236766" sldId="262"/>
            <ac:spMk id="152" creationId="{678EABA1-34C0-1867-92C0-EA053EBFA9E4}"/>
          </ac:spMkLst>
        </pc:spChg>
        <pc:spChg chg="add 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1090236766" sldId="262"/>
            <ac:spMk id="153" creationId="{4E57A63C-F934-61A2-30CE-44879638EA02}"/>
          </ac:spMkLst>
        </pc:spChg>
        <pc:grpChg chg="add mod">
          <ac:chgData name="(Student  C00290924) Dachi Dzeria" userId="d9cf6cb5-31b2-4092-8c35-5f49078da41d" providerId="ADAL" clId="{6AB98AE9-E361-4C9B-9D50-3B82B78DB450}" dt="2026-04-23T15:46:29.134" v="1736" actId="1076"/>
          <ac:grpSpMkLst>
            <pc:docMk/>
            <pc:sldMk cId="1090236766" sldId="262"/>
            <ac:grpSpMk id="11" creationId="{E31E8F92-54CA-7D4D-692F-204D0D413630}"/>
          </ac:grpSpMkLst>
        </pc:grpChg>
        <pc:grpChg chg="add mod">
          <ac:chgData name="(Student  C00290924) Dachi Dzeria" userId="d9cf6cb5-31b2-4092-8c35-5f49078da41d" providerId="ADAL" clId="{6AB98AE9-E361-4C9B-9D50-3B82B78DB450}" dt="2026-04-23T15:46:29.134" v="1736" actId="1076"/>
          <ac:grpSpMkLst>
            <pc:docMk/>
            <pc:sldMk cId="1090236766" sldId="262"/>
            <ac:grpSpMk id="12" creationId="{D7FC55B6-5927-0436-087C-18A9DB1E4D20}"/>
          </ac:grpSpMkLst>
        </pc:grpChg>
        <pc:grpChg chg="add mod">
          <ac:chgData name="(Student  C00290924) Dachi Dzeria" userId="d9cf6cb5-31b2-4092-8c35-5f49078da41d" providerId="ADAL" clId="{6AB98AE9-E361-4C9B-9D50-3B82B78DB450}" dt="2026-04-23T15:46:29.134" v="1736" actId="1076"/>
          <ac:grpSpMkLst>
            <pc:docMk/>
            <pc:sldMk cId="1090236766" sldId="262"/>
            <ac:grpSpMk id="17" creationId="{F1DA1185-229A-C1E1-F154-C69A29292FDB}"/>
          </ac:grpSpMkLst>
        </pc:grpChg>
        <pc:grpChg chg="add mod">
          <ac:chgData name="(Student  C00290924) Dachi Dzeria" userId="d9cf6cb5-31b2-4092-8c35-5f49078da41d" providerId="ADAL" clId="{6AB98AE9-E361-4C9B-9D50-3B82B78DB450}" dt="2026-04-23T15:46:40.016" v="1737" actId="1076"/>
          <ac:grpSpMkLst>
            <pc:docMk/>
            <pc:sldMk cId="1090236766" sldId="262"/>
            <ac:grpSpMk id="22" creationId="{EDAF0381-A31F-96F9-3187-79A3EABEA5FB}"/>
          </ac:grpSpMkLst>
        </pc:grpChg>
        <pc:grpChg chg="add mod">
          <ac:chgData name="(Student  C00290924) Dachi Dzeria" userId="d9cf6cb5-31b2-4092-8c35-5f49078da41d" providerId="ADAL" clId="{6AB98AE9-E361-4C9B-9D50-3B82B78DB450}" dt="2026-04-23T15:46:40.016" v="1737" actId="1076"/>
          <ac:grpSpMkLst>
            <pc:docMk/>
            <pc:sldMk cId="1090236766" sldId="262"/>
            <ac:grpSpMk id="27" creationId="{DFCCA2D1-C958-2AC4-0948-61059DD54259}"/>
          </ac:grpSpMkLst>
        </pc:grpChg>
        <pc:grpChg chg="add mod">
          <ac:chgData name="(Student  C00290924) Dachi Dzeria" userId="d9cf6cb5-31b2-4092-8c35-5f49078da41d" providerId="ADAL" clId="{6AB98AE9-E361-4C9B-9D50-3B82B78DB450}" dt="2026-04-23T18:34:30.234" v="3469" actId="1076"/>
          <ac:grpSpMkLst>
            <pc:docMk/>
            <pc:sldMk cId="1090236766" sldId="262"/>
            <ac:grpSpMk id="32" creationId="{6ECD6224-8912-522B-97E9-D35D13396043}"/>
          </ac:grpSpMkLst>
        </pc:grpChg>
        <pc:grpChg chg="add mod">
          <ac:chgData name="(Student  C00290924) Dachi Dzeria" userId="d9cf6cb5-31b2-4092-8c35-5f49078da41d" providerId="ADAL" clId="{6AB98AE9-E361-4C9B-9D50-3B82B78DB450}" dt="2026-04-23T18:34:13.650" v="3464" actId="14100"/>
          <ac:grpSpMkLst>
            <pc:docMk/>
            <pc:sldMk cId="1090236766" sldId="262"/>
            <ac:grpSpMk id="126" creationId="{96E7EDE8-7FE5-050F-39F0-E85A218B4D76}"/>
          </ac:grpSpMkLst>
        </pc:grpChg>
        <pc:grpChg chg="add del mod">
          <ac:chgData name="(Student  C00290924) Dachi Dzeria" userId="d9cf6cb5-31b2-4092-8c35-5f49078da41d" providerId="ADAL" clId="{6AB98AE9-E361-4C9B-9D50-3B82B78DB450}" dt="2026-04-23T18:34:10.630" v="3463" actId="14100"/>
          <ac:grpSpMkLst>
            <pc:docMk/>
            <pc:sldMk cId="1090236766" sldId="262"/>
            <ac:grpSpMk id="131" creationId="{13CB36AB-E979-3F47-AFB4-9F5E8BB0E9E7}"/>
          </ac:grpSpMkLst>
        </pc:grpChg>
        <pc:grpChg chg="add mod">
          <ac:chgData name="(Student  C00290924) Dachi Dzeria" userId="d9cf6cb5-31b2-4092-8c35-5f49078da41d" providerId="ADAL" clId="{6AB98AE9-E361-4C9B-9D50-3B82B78DB450}" dt="2026-04-23T18:34:22.559" v="3467" actId="14100"/>
          <ac:grpSpMkLst>
            <pc:docMk/>
            <pc:sldMk cId="1090236766" sldId="262"/>
            <ac:grpSpMk id="136" creationId="{4A6C9067-3DF4-6D18-17BC-13431273C573}"/>
          </ac:grpSpMkLst>
        </pc:grpChg>
        <pc:cxnChg chg="add mod">
          <ac:chgData name="(Student  C00290924) Dachi Dzeria" userId="d9cf6cb5-31b2-4092-8c35-5f49078da41d" providerId="ADAL" clId="{6AB98AE9-E361-4C9B-9D50-3B82B78DB450}" dt="2026-04-23T15:46:18.127" v="1733" actId="1076"/>
          <ac:cxnSpMkLst>
            <pc:docMk/>
            <pc:sldMk cId="1090236766" sldId="262"/>
            <ac:cxnSpMk id="45" creationId="{38A65F4B-83D8-6FC0-74A5-445782992FA9}"/>
          </ac:cxnSpMkLst>
        </pc:cxnChg>
        <pc:cxnChg chg="add mod">
          <ac:chgData name="(Student  C00290924) Dachi Dzeria" userId="d9cf6cb5-31b2-4092-8c35-5f49078da41d" providerId="ADAL" clId="{6AB98AE9-E361-4C9B-9D50-3B82B78DB450}" dt="2026-04-23T15:46:29.134" v="1736" actId="1076"/>
          <ac:cxnSpMkLst>
            <pc:docMk/>
            <pc:sldMk cId="1090236766" sldId="262"/>
            <ac:cxnSpMk id="47" creationId="{B4D134A8-96C7-4ED3-A4B5-931426563871}"/>
          </ac:cxnSpMkLst>
        </pc:cxnChg>
        <pc:cxnChg chg="add mod">
          <ac:chgData name="(Student  C00290924) Dachi Dzeria" userId="d9cf6cb5-31b2-4092-8c35-5f49078da41d" providerId="ADAL" clId="{6AB98AE9-E361-4C9B-9D50-3B82B78DB450}" dt="2026-04-23T15:46:40.016" v="1737" actId="1076"/>
          <ac:cxnSpMkLst>
            <pc:docMk/>
            <pc:sldMk cId="1090236766" sldId="262"/>
            <ac:cxnSpMk id="54" creationId="{0774C8CD-4ECF-B7B9-89BD-95EC09B49E23}"/>
          </ac:cxnSpMkLst>
        </pc:cxnChg>
        <pc:cxnChg chg="add mod">
          <ac:chgData name="(Student  C00290924) Dachi Dzeria" userId="d9cf6cb5-31b2-4092-8c35-5f49078da41d" providerId="ADAL" clId="{6AB98AE9-E361-4C9B-9D50-3B82B78DB450}" dt="2026-04-23T15:46:40.016" v="1737" actId="1076"/>
          <ac:cxnSpMkLst>
            <pc:docMk/>
            <pc:sldMk cId="1090236766" sldId="262"/>
            <ac:cxnSpMk id="61" creationId="{AA363923-7BF9-C5C5-7BC8-3173D6098D0F}"/>
          </ac:cxnSpMkLst>
        </pc:cxnChg>
        <pc:cxnChg chg="add mod">
          <ac:chgData name="(Student  C00290924) Dachi Dzeria" userId="d9cf6cb5-31b2-4092-8c35-5f49078da41d" providerId="ADAL" clId="{6AB98AE9-E361-4C9B-9D50-3B82B78DB450}" dt="2026-04-23T15:51:50.904" v="1771" actId="14100"/>
          <ac:cxnSpMkLst>
            <pc:docMk/>
            <pc:sldMk cId="1090236766" sldId="262"/>
            <ac:cxnSpMk id="106" creationId="{DA500DE8-F941-C2FC-62A0-023A0210C7F2}"/>
          </ac:cxnSpMkLst>
        </pc:cxnChg>
      </pc:sldChg>
      <pc:sldChg chg="addSp delSp modSp new mod">
        <pc:chgData name="(Student  C00290924) Dachi Dzeria" userId="d9cf6cb5-31b2-4092-8c35-5f49078da41d" providerId="ADAL" clId="{6AB98AE9-E361-4C9B-9D50-3B82B78DB450}" dt="2026-04-25T15:00:45.827" v="7605" actId="20577"/>
        <pc:sldMkLst>
          <pc:docMk/>
          <pc:sldMk cId="3881109027" sldId="263"/>
        </pc:sldMkLst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3881109027" sldId="263"/>
            <ac:spMk id="2" creationId="{3630F830-2903-15F2-97A9-B15495FC6647}"/>
          </ac:spMkLst>
        </pc:spChg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3881109027" sldId="263"/>
            <ac:spMk id="4" creationId="{C498EB54-E569-4EFB-4BC7-6C608930BD8A}"/>
          </ac:spMkLst>
        </pc:spChg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3881109027" sldId="263"/>
            <ac:spMk id="5" creationId="{36A7D0DC-E796-7384-2C0D-A0533D711FDD}"/>
          </ac:spMkLst>
        </pc:spChg>
        <pc:spChg chg="add 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3881109027" sldId="263"/>
            <ac:spMk id="19" creationId="{DA2AB29D-8E62-C6CB-0852-BB7F535569EA}"/>
          </ac:spMkLst>
        </pc:spChg>
        <pc:spChg chg="add 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3881109027" sldId="263"/>
            <ac:spMk id="22" creationId="{EDC10A3C-B072-EDA8-4CA1-5C329F4B5AD8}"/>
          </ac:spMkLst>
        </pc:spChg>
        <pc:spChg chg="add 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3881109027" sldId="263"/>
            <ac:spMk id="28" creationId="{D2A58272-FBE7-3945-98FE-8C3863F40DF0}"/>
          </ac:spMkLst>
        </pc:spChg>
        <pc:spChg chg="add 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3881109027" sldId="263"/>
            <ac:spMk id="29" creationId="{86CD6A0C-B84A-5635-CEC2-9BADFD4E24E4}"/>
          </ac:spMkLst>
        </pc:spChg>
        <pc:spChg chg="add 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3881109027" sldId="263"/>
            <ac:spMk id="30" creationId="{B2024EFB-25A9-649B-05F1-2DD21500BC68}"/>
          </ac:spMkLst>
        </pc:spChg>
        <pc:graphicFrameChg chg="add mod modGraphic">
          <ac:chgData name="(Student  C00290924) Dachi Dzeria" userId="d9cf6cb5-31b2-4092-8c35-5f49078da41d" providerId="ADAL" clId="{6AB98AE9-E361-4C9B-9D50-3B82B78DB450}" dt="2026-04-25T15:00:45.827" v="7605" actId="20577"/>
          <ac:graphicFrameMkLst>
            <pc:docMk/>
            <pc:sldMk cId="3881109027" sldId="263"/>
            <ac:graphicFrameMk id="18" creationId="{FA477F09-A664-F614-7BD8-8A50FC381F01}"/>
          </ac:graphicFrameMkLst>
        </pc:graphicFrameChg>
      </pc:sldChg>
      <pc:sldChg chg="addSp modSp new mod">
        <pc:chgData name="(Student  C00290924) Dachi Dzeria" userId="d9cf6cb5-31b2-4092-8c35-5f49078da41d" providerId="ADAL" clId="{6AB98AE9-E361-4C9B-9D50-3B82B78DB450}" dt="2026-04-25T14:55:25.374" v="7538" actId="20577"/>
        <pc:sldMkLst>
          <pc:docMk/>
          <pc:sldMk cId="7081049" sldId="264"/>
        </pc:sldMkLst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7081049" sldId="264"/>
            <ac:spMk id="2" creationId="{87D0E85D-7A48-F8F6-802F-A2F342B43FC2}"/>
          </ac:spMkLst>
        </pc:spChg>
        <pc:spChg chg="mod">
          <ac:chgData name="(Student  C00290924) Dachi Dzeria" userId="d9cf6cb5-31b2-4092-8c35-5f49078da41d" providerId="ADAL" clId="{6AB98AE9-E361-4C9B-9D50-3B82B78DB450}" dt="2026-04-25T12:59:29.707" v="7433" actId="20577"/>
          <ac:spMkLst>
            <pc:docMk/>
            <pc:sldMk cId="7081049" sldId="264"/>
            <ac:spMk id="3" creationId="{578F8669-7DE0-BB08-58E7-A4E4B4A4BF71}"/>
          </ac:spMkLst>
        </pc:spChg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7081049" sldId="264"/>
            <ac:spMk id="4" creationId="{110910D6-D1AC-E0DB-B297-228C9703E90E}"/>
          </ac:spMkLst>
        </pc:spChg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7081049" sldId="264"/>
            <ac:spMk id="5" creationId="{088A7073-280A-2B0E-9571-302E6E985B6D}"/>
          </ac:spMkLst>
        </pc:spChg>
        <pc:graphicFrameChg chg="add mod modGraphic">
          <ac:chgData name="(Student  C00290924) Dachi Dzeria" userId="d9cf6cb5-31b2-4092-8c35-5f49078da41d" providerId="ADAL" clId="{6AB98AE9-E361-4C9B-9D50-3B82B78DB450}" dt="2026-04-25T14:55:25.374" v="7538" actId="20577"/>
          <ac:graphicFrameMkLst>
            <pc:docMk/>
            <pc:sldMk cId="7081049" sldId="264"/>
            <ac:graphicFrameMk id="7" creationId="{A934901F-D60A-66E5-E0F9-4F46CDF72C7B}"/>
          </ac:graphicFrameMkLst>
        </pc:graphicFrameChg>
      </pc:sldChg>
      <pc:sldChg chg="addSp delSp modSp new mod">
        <pc:chgData name="(Student  C00290924) Dachi Dzeria" userId="d9cf6cb5-31b2-4092-8c35-5f49078da41d" providerId="ADAL" clId="{6AB98AE9-E361-4C9B-9D50-3B82B78DB450}" dt="2026-04-25T15:01:36.251" v="7612" actId="20577"/>
        <pc:sldMkLst>
          <pc:docMk/>
          <pc:sldMk cId="3014486764" sldId="265"/>
        </pc:sldMkLst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3014486764" sldId="265"/>
            <ac:spMk id="2" creationId="{CF67741C-5C37-0296-8815-FE6E1BFB03AC}"/>
          </ac:spMkLst>
        </pc:spChg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3014486764" sldId="265"/>
            <ac:spMk id="4" creationId="{27BE0B77-75B6-DF0D-E92C-FEAF083D19AF}"/>
          </ac:spMkLst>
        </pc:spChg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3014486764" sldId="265"/>
            <ac:spMk id="5" creationId="{F2C71652-97BF-065D-C3E2-746FC17B39C9}"/>
          </ac:spMkLst>
        </pc:spChg>
        <pc:graphicFrameChg chg="add mod modGraphic">
          <ac:chgData name="(Student  C00290924) Dachi Dzeria" userId="d9cf6cb5-31b2-4092-8c35-5f49078da41d" providerId="ADAL" clId="{6AB98AE9-E361-4C9B-9D50-3B82B78DB450}" dt="2026-04-25T15:01:36.251" v="7612" actId="20577"/>
          <ac:graphicFrameMkLst>
            <pc:docMk/>
            <pc:sldMk cId="3014486764" sldId="265"/>
            <ac:graphicFrameMk id="9" creationId="{4AC0B4C3-90F9-843A-DAF7-C67AB719ACE2}"/>
          </ac:graphicFrameMkLst>
        </pc:graphicFrameChg>
      </pc:sldChg>
      <pc:sldChg chg="addSp delSp modSp new mod ord">
        <pc:chgData name="(Student  C00290924) Dachi Dzeria" userId="d9cf6cb5-31b2-4092-8c35-5f49078da41d" providerId="ADAL" clId="{6AB98AE9-E361-4C9B-9D50-3B82B78DB450}" dt="2026-04-25T14:20:50.336" v="7504"/>
        <pc:sldMkLst>
          <pc:docMk/>
          <pc:sldMk cId="3520889159" sldId="266"/>
        </pc:sldMkLst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3520889159" sldId="266"/>
            <ac:spMk id="2" creationId="{9CAC1B39-C02F-7EB2-CCCE-0DD1E32934F2}"/>
          </ac:spMkLst>
        </pc:spChg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3520889159" sldId="266"/>
            <ac:spMk id="4" creationId="{7AF91662-6C9C-C923-BFD1-EE312C296EF6}"/>
          </ac:spMkLst>
        </pc:spChg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3520889159" sldId="266"/>
            <ac:spMk id="5" creationId="{283C09A7-E3CE-2BC1-B9B8-6253D09989D7}"/>
          </ac:spMkLst>
        </pc:spChg>
        <pc:picChg chg="add del mod">
          <ac:chgData name="(Student  C00290924) Dachi Dzeria" userId="d9cf6cb5-31b2-4092-8c35-5f49078da41d" providerId="ADAL" clId="{6AB98AE9-E361-4C9B-9D50-3B82B78DB450}" dt="2026-04-24T11:58:30.178" v="6326" actId="1076"/>
          <ac:picMkLst>
            <pc:docMk/>
            <pc:sldMk cId="3520889159" sldId="266"/>
            <ac:picMk id="7" creationId="{2178F7D5-CEAA-275B-1DFE-45C5E87811FC}"/>
          </ac:picMkLst>
        </pc:picChg>
      </pc:sldChg>
      <pc:sldChg chg="addSp delSp modSp new mod ord">
        <pc:chgData name="(Student  C00290924) Dachi Dzeria" userId="d9cf6cb5-31b2-4092-8c35-5f49078da41d" providerId="ADAL" clId="{6AB98AE9-E361-4C9B-9D50-3B82B78DB450}" dt="2026-04-26T15:02:01.953" v="7772"/>
        <pc:sldMkLst>
          <pc:docMk/>
          <pc:sldMk cId="1363349187" sldId="267"/>
        </pc:sldMkLst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1363349187" sldId="267"/>
            <ac:spMk id="2" creationId="{60D21AC5-6D0D-7A00-58D8-7F5A184A81E3}"/>
          </ac:spMkLst>
        </pc:spChg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1363349187" sldId="267"/>
            <ac:spMk id="4" creationId="{C1B06CB7-C5FB-4FDA-7F10-901F3CA141F0}"/>
          </ac:spMkLst>
        </pc:spChg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1363349187" sldId="267"/>
            <ac:spMk id="5" creationId="{1635B938-4272-E9A4-8779-A2E0E794A25D}"/>
          </ac:spMkLst>
        </pc:spChg>
        <pc:spChg chg="add mod">
          <ac:chgData name="(Student  C00290924) Dachi Dzeria" userId="d9cf6cb5-31b2-4092-8c35-5f49078da41d" providerId="ADAL" clId="{6AB98AE9-E361-4C9B-9D50-3B82B78DB450}" dt="2026-04-23T19:36:06.542" v="4377" actId="208"/>
          <ac:spMkLst>
            <pc:docMk/>
            <pc:sldMk cId="1363349187" sldId="267"/>
            <ac:spMk id="8" creationId="{094B04A4-9148-E6CF-37EC-1D5C31274113}"/>
          </ac:spMkLst>
        </pc:spChg>
        <pc:spChg chg="add del 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1363349187" sldId="267"/>
            <ac:spMk id="10" creationId="{796029AF-53FC-2BDC-18DF-4E24C1705F6E}"/>
          </ac:spMkLst>
        </pc:spChg>
        <pc:spChg chg="add mod">
          <ac:chgData name="(Student  C00290924) Dachi Dzeria" userId="d9cf6cb5-31b2-4092-8c35-5f49078da41d" providerId="ADAL" clId="{6AB98AE9-E361-4C9B-9D50-3B82B78DB450}" dt="2026-04-23T19:35:32.175" v="4371" actId="208"/>
          <ac:spMkLst>
            <pc:docMk/>
            <pc:sldMk cId="1363349187" sldId="267"/>
            <ac:spMk id="22" creationId="{AA9F3A8F-1F3B-25BE-5F93-D5A679BB4E46}"/>
          </ac:spMkLst>
        </pc:spChg>
        <pc:spChg chg="add mod">
          <ac:chgData name="(Student  C00290924) Dachi Dzeria" userId="d9cf6cb5-31b2-4092-8c35-5f49078da41d" providerId="ADAL" clId="{6AB98AE9-E361-4C9B-9D50-3B82B78DB450}" dt="2026-04-23T19:37:12.064" v="4509" actId="1038"/>
          <ac:spMkLst>
            <pc:docMk/>
            <pc:sldMk cId="1363349187" sldId="267"/>
            <ac:spMk id="26" creationId="{298B6609-288D-F26A-FE88-0BE06FBA1BFF}"/>
          </ac:spMkLst>
        </pc:spChg>
        <pc:spChg chg="add mod">
          <ac:chgData name="(Student  C00290924) Dachi Dzeria" userId="d9cf6cb5-31b2-4092-8c35-5f49078da41d" providerId="ADAL" clId="{6AB98AE9-E361-4C9B-9D50-3B82B78DB450}" dt="2026-04-23T19:36:33.852" v="4406" actId="20577"/>
          <ac:spMkLst>
            <pc:docMk/>
            <pc:sldMk cId="1363349187" sldId="267"/>
            <ac:spMk id="28" creationId="{16D3A665-5733-0681-76AE-918DDE0631EE}"/>
          </ac:spMkLst>
        </pc:spChg>
        <pc:spChg chg="add mod">
          <ac:chgData name="(Student  C00290924) Dachi Dzeria" userId="d9cf6cb5-31b2-4092-8c35-5f49078da41d" providerId="ADAL" clId="{6AB98AE9-E361-4C9B-9D50-3B82B78DB450}" dt="2026-04-23T19:37:08.835" v="4505" actId="1038"/>
          <ac:spMkLst>
            <pc:docMk/>
            <pc:sldMk cId="1363349187" sldId="267"/>
            <ac:spMk id="29" creationId="{97F4393F-9E5A-4E03-0446-C6E750EE2024}"/>
          </ac:spMkLst>
        </pc:spChg>
        <pc:spChg chg="add 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1363349187" sldId="267"/>
            <ac:spMk id="32" creationId="{E06484A6-AF97-D335-39C7-CBDA84850AD5}"/>
          </ac:spMkLst>
        </pc:spChg>
        <pc:spChg chg="mod">
          <ac:chgData name="(Student  C00290924) Dachi Dzeria" userId="d9cf6cb5-31b2-4092-8c35-5f49078da41d" providerId="ADAL" clId="{6AB98AE9-E361-4C9B-9D50-3B82B78DB450}" dt="2026-04-23T19:36:18.238" v="4382" actId="208"/>
          <ac:spMkLst>
            <pc:docMk/>
            <pc:sldMk cId="1363349187" sldId="267"/>
            <ac:spMk id="36" creationId="{18AC0041-A8F5-3EE2-4C3A-D3742AE903A9}"/>
          </ac:spMkLst>
        </pc:spChg>
        <pc:spChg chg="mod">
          <ac:chgData name="(Student  C00290924) Dachi Dzeria" userId="d9cf6cb5-31b2-4092-8c35-5f49078da41d" providerId="ADAL" clId="{6AB98AE9-E361-4C9B-9D50-3B82B78DB450}" dt="2026-04-23T19:36:51.043" v="4492" actId="20577"/>
          <ac:spMkLst>
            <pc:docMk/>
            <pc:sldMk cId="1363349187" sldId="267"/>
            <ac:spMk id="37" creationId="{149694D5-12E1-5994-1106-B18C14243E5E}"/>
          </ac:spMkLst>
        </pc:spChg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1363349187" sldId="267"/>
            <ac:spMk id="38" creationId="{E9458A67-617C-1B38-9FEB-81E16670DC71}"/>
          </ac:spMkLst>
        </pc:spChg>
        <pc:spChg chg="mod">
          <ac:chgData name="(Student  C00290924) Dachi Dzeria" userId="d9cf6cb5-31b2-4092-8c35-5f49078da41d" providerId="ADAL" clId="{6AB98AE9-E361-4C9B-9D50-3B82B78DB450}" dt="2026-04-23T19:37:19.574" v="4512" actId="571"/>
          <ac:spMkLst>
            <pc:docMk/>
            <pc:sldMk cId="1363349187" sldId="267"/>
            <ac:spMk id="40" creationId="{1CF52E7E-619F-642F-BABD-6C0A495B32C7}"/>
          </ac:spMkLst>
        </pc:spChg>
        <pc:spChg chg="mod">
          <ac:chgData name="(Student  C00290924) Dachi Dzeria" userId="d9cf6cb5-31b2-4092-8c35-5f49078da41d" providerId="ADAL" clId="{6AB98AE9-E361-4C9B-9D50-3B82B78DB450}" dt="2026-04-23T19:40:16.077" v="4673" actId="20577"/>
          <ac:spMkLst>
            <pc:docMk/>
            <pc:sldMk cId="1363349187" sldId="267"/>
            <ac:spMk id="41" creationId="{6124BA91-2AF4-72EF-02E5-2ECB40C3C480}"/>
          </ac:spMkLst>
        </pc:spChg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1363349187" sldId="267"/>
            <ac:spMk id="42" creationId="{ED4F74E3-0A80-630F-C3D6-F4252218EB9D}"/>
          </ac:spMkLst>
        </pc:spChg>
        <pc:spChg chg="add mod">
          <ac:chgData name="(Student  C00290924) Dachi Dzeria" userId="d9cf6cb5-31b2-4092-8c35-5f49078da41d" providerId="ADAL" clId="{6AB98AE9-E361-4C9B-9D50-3B82B78DB450}" dt="2026-04-25T14:21:36.746" v="7519" actId="1076"/>
          <ac:spMkLst>
            <pc:docMk/>
            <pc:sldMk cId="1363349187" sldId="267"/>
            <ac:spMk id="43" creationId="{7D557BCF-098E-F38E-0B4C-3930B85B7188}"/>
          </ac:spMkLst>
        </pc:spChg>
        <pc:spChg chg="mod">
          <ac:chgData name="(Student  C00290924) Dachi Dzeria" userId="d9cf6cb5-31b2-4092-8c35-5f49078da41d" providerId="ADAL" clId="{6AB98AE9-E361-4C9B-9D50-3B82B78DB450}" dt="2026-04-23T19:40:35.627" v="4677" actId="571"/>
          <ac:spMkLst>
            <pc:docMk/>
            <pc:sldMk cId="1363349187" sldId="267"/>
            <ac:spMk id="45" creationId="{B2BC19B9-E4F6-8E4B-94FC-C4D328E4D2B9}"/>
          </ac:spMkLst>
        </pc:spChg>
        <pc:spChg chg="mod">
          <ac:chgData name="(Student  C00290924) Dachi Dzeria" userId="d9cf6cb5-31b2-4092-8c35-5f49078da41d" providerId="ADAL" clId="{6AB98AE9-E361-4C9B-9D50-3B82B78DB450}" dt="2026-04-23T19:43:29.073" v="4781" actId="20577"/>
          <ac:spMkLst>
            <pc:docMk/>
            <pc:sldMk cId="1363349187" sldId="267"/>
            <ac:spMk id="46" creationId="{9465D77C-B0E4-180E-10D7-2E1F1B5D5AD5}"/>
          </ac:spMkLst>
        </pc:spChg>
        <pc:spChg chg="mod">
          <ac:chgData name="(Student  C00290924) Dachi Dzeria" userId="d9cf6cb5-31b2-4092-8c35-5f49078da41d" providerId="ADAL" clId="{6AB98AE9-E361-4C9B-9D50-3B82B78DB450}" dt="2026-04-23T19:43:44.826" v="4782" actId="207"/>
          <ac:spMkLst>
            <pc:docMk/>
            <pc:sldMk cId="1363349187" sldId="267"/>
            <ac:spMk id="47" creationId="{62E36C6F-F8ED-9523-DE63-9AAA586535AB}"/>
          </ac:spMkLst>
        </pc:spChg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1363349187" sldId="267"/>
            <ac:spMk id="49" creationId="{94C26B8C-4569-09A0-8005-B2D1292D004B}"/>
          </ac:spMkLst>
        </pc:spChg>
        <pc:spChg chg="mod">
          <ac:chgData name="(Student  C00290924) Dachi Dzeria" userId="d9cf6cb5-31b2-4092-8c35-5f49078da41d" providerId="ADAL" clId="{6AB98AE9-E361-4C9B-9D50-3B82B78DB450}" dt="2026-04-23T19:44:38.914" v="4884" actId="20577"/>
          <ac:spMkLst>
            <pc:docMk/>
            <pc:sldMk cId="1363349187" sldId="267"/>
            <ac:spMk id="50" creationId="{CB460890-430C-FA83-CFCA-40ABD552A805}"/>
          </ac:spMkLst>
        </pc:spChg>
        <pc:spChg chg="mod">
          <ac:chgData name="(Student  C00290924) Dachi Dzeria" userId="d9cf6cb5-31b2-4092-8c35-5f49078da41d" providerId="ADAL" clId="{6AB98AE9-E361-4C9B-9D50-3B82B78DB450}" dt="2026-04-23T19:44:15.639" v="4789" actId="207"/>
          <ac:spMkLst>
            <pc:docMk/>
            <pc:sldMk cId="1363349187" sldId="267"/>
            <ac:spMk id="51" creationId="{64D4CEBA-05C8-8CFD-2851-19B03CAB1C5A}"/>
          </ac:spMkLst>
        </pc:spChg>
        <pc:grpChg chg="add mod">
          <ac:chgData name="(Student  C00290924) Dachi Dzeria" userId="d9cf6cb5-31b2-4092-8c35-5f49078da41d" providerId="ADAL" clId="{6AB98AE9-E361-4C9B-9D50-3B82B78DB450}" dt="2026-04-25T14:21:32.100" v="7518" actId="1036"/>
          <ac:grpSpMkLst>
            <pc:docMk/>
            <pc:sldMk cId="1363349187" sldId="267"/>
            <ac:grpSpMk id="33" creationId="{8D46CB14-FC49-B155-DE64-679D842FAE15}"/>
          </ac:grpSpMkLst>
        </pc:grpChg>
        <pc:grpChg chg="add mod">
          <ac:chgData name="(Student  C00290924) Dachi Dzeria" userId="d9cf6cb5-31b2-4092-8c35-5f49078da41d" providerId="ADAL" clId="{6AB98AE9-E361-4C9B-9D50-3B82B78DB450}" dt="2026-04-25T14:21:32.100" v="7518" actId="1036"/>
          <ac:grpSpMkLst>
            <pc:docMk/>
            <pc:sldMk cId="1363349187" sldId="267"/>
            <ac:grpSpMk id="34" creationId="{C11590F6-BD63-ED5A-7DA8-CAF105FE4CE6}"/>
          </ac:grpSpMkLst>
        </pc:grpChg>
        <pc:grpChg chg="add mod">
          <ac:chgData name="(Student  C00290924) Dachi Dzeria" userId="d9cf6cb5-31b2-4092-8c35-5f49078da41d" providerId="ADAL" clId="{6AB98AE9-E361-4C9B-9D50-3B82B78DB450}" dt="2026-04-25T14:21:32.100" v="7518" actId="1036"/>
          <ac:grpSpMkLst>
            <pc:docMk/>
            <pc:sldMk cId="1363349187" sldId="267"/>
            <ac:grpSpMk id="35" creationId="{4C63EAE9-5B9C-D1EE-D23F-FEBD07075DB8}"/>
          </ac:grpSpMkLst>
        </pc:grpChg>
        <pc:grpChg chg="add mod">
          <ac:chgData name="(Student  C00290924) Dachi Dzeria" userId="d9cf6cb5-31b2-4092-8c35-5f49078da41d" providerId="ADAL" clId="{6AB98AE9-E361-4C9B-9D50-3B82B78DB450}" dt="2026-04-25T14:21:32.100" v="7518" actId="1036"/>
          <ac:grpSpMkLst>
            <pc:docMk/>
            <pc:sldMk cId="1363349187" sldId="267"/>
            <ac:grpSpMk id="39" creationId="{4DC8A424-3EED-C7D2-6F7C-3EFE8FA5ECF7}"/>
          </ac:grpSpMkLst>
        </pc:grpChg>
        <pc:grpChg chg="add mod">
          <ac:chgData name="(Student  C00290924) Dachi Dzeria" userId="d9cf6cb5-31b2-4092-8c35-5f49078da41d" providerId="ADAL" clId="{6AB98AE9-E361-4C9B-9D50-3B82B78DB450}" dt="2026-04-25T14:21:32.100" v="7518" actId="1036"/>
          <ac:grpSpMkLst>
            <pc:docMk/>
            <pc:sldMk cId="1363349187" sldId="267"/>
            <ac:grpSpMk id="44" creationId="{BBA5D83E-686B-1C30-4437-A50CFF75218D}"/>
          </ac:grpSpMkLst>
        </pc:grpChg>
        <pc:grpChg chg="add mod">
          <ac:chgData name="(Student  C00290924) Dachi Dzeria" userId="d9cf6cb5-31b2-4092-8c35-5f49078da41d" providerId="ADAL" clId="{6AB98AE9-E361-4C9B-9D50-3B82B78DB450}" dt="2026-04-25T14:21:32.100" v="7518" actId="1036"/>
          <ac:grpSpMkLst>
            <pc:docMk/>
            <pc:sldMk cId="1363349187" sldId="267"/>
            <ac:grpSpMk id="48" creationId="{ABB56909-A333-DE1E-CEDD-703A23B678C5}"/>
          </ac:grpSpMkLst>
        </pc:grpChg>
      </pc:sldChg>
      <pc:sldChg chg="addSp delSp modSp new mod">
        <pc:chgData name="(Student  C00290924) Dachi Dzeria" userId="d9cf6cb5-31b2-4092-8c35-5f49078da41d" providerId="ADAL" clId="{6AB98AE9-E361-4C9B-9D50-3B82B78DB450}" dt="2026-04-25T22:27:19.425" v="7766" actId="20577"/>
        <pc:sldMkLst>
          <pc:docMk/>
          <pc:sldMk cId="1434498531" sldId="268"/>
        </pc:sldMkLst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1434498531" sldId="268"/>
            <ac:spMk id="2" creationId="{E06E81E2-BC8D-1D5E-7189-B304B596DE91}"/>
          </ac:spMkLst>
        </pc:spChg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1434498531" sldId="268"/>
            <ac:spMk id="4" creationId="{3BC98959-17DE-3070-B1BE-A87F0E65C3AD}"/>
          </ac:spMkLst>
        </pc:spChg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1434498531" sldId="268"/>
            <ac:spMk id="5" creationId="{AB5AA135-86FB-0752-534C-FDD09674C0EA}"/>
          </ac:spMkLst>
        </pc:spChg>
        <pc:spChg chg="mod">
          <ac:chgData name="(Student  C00290924) Dachi Dzeria" userId="d9cf6cb5-31b2-4092-8c35-5f49078da41d" providerId="ADAL" clId="{6AB98AE9-E361-4C9B-9D50-3B82B78DB450}" dt="2026-04-24T10:46:33.623" v="5591" actId="571"/>
          <ac:spMkLst>
            <pc:docMk/>
            <pc:sldMk cId="1434498531" sldId="268"/>
            <ac:spMk id="7" creationId="{E89ED70F-B598-DD2D-711A-011FAFC896E3}"/>
          </ac:spMkLst>
        </pc:spChg>
        <pc:spChg chg="mod">
          <ac:chgData name="(Student  C00290924) Dachi Dzeria" userId="d9cf6cb5-31b2-4092-8c35-5f49078da41d" providerId="ADAL" clId="{6AB98AE9-E361-4C9B-9D50-3B82B78DB450}" dt="2026-04-24T10:46:33.623" v="5591" actId="571"/>
          <ac:spMkLst>
            <pc:docMk/>
            <pc:sldMk cId="1434498531" sldId="268"/>
            <ac:spMk id="8" creationId="{D5C52B9D-CDFF-395B-E059-02D464141F59}"/>
          </ac:spMkLst>
        </pc:spChg>
        <pc:spChg chg="mod">
          <ac:chgData name="(Student  C00290924) Dachi Dzeria" userId="d9cf6cb5-31b2-4092-8c35-5f49078da41d" providerId="ADAL" clId="{6AB98AE9-E361-4C9B-9D50-3B82B78DB450}" dt="2026-04-24T10:46:33.623" v="5591" actId="571"/>
          <ac:spMkLst>
            <pc:docMk/>
            <pc:sldMk cId="1434498531" sldId="268"/>
            <ac:spMk id="10" creationId="{9D30355D-5555-0EDE-812F-0668142E573E}"/>
          </ac:spMkLst>
        </pc:spChg>
        <pc:spChg chg="mod">
          <ac:chgData name="(Student  C00290924) Dachi Dzeria" userId="d9cf6cb5-31b2-4092-8c35-5f49078da41d" providerId="ADAL" clId="{6AB98AE9-E361-4C9B-9D50-3B82B78DB450}" dt="2026-04-24T10:46:33.623" v="5591" actId="571"/>
          <ac:spMkLst>
            <pc:docMk/>
            <pc:sldMk cId="1434498531" sldId="268"/>
            <ac:spMk id="11" creationId="{68C178F1-A02B-471F-9B0B-6505C77BABF0}"/>
          </ac:spMkLst>
        </pc:spChg>
        <pc:spChg chg="add mod">
          <ac:chgData name="(Student  C00290924) Dachi Dzeria" userId="d9cf6cb5-31b2-4092-8c35-5f49078da41d" providerId="ADAL" clId="{6AB98AE9-E361-4C9B-9D50-3B82B78DB450}" dt="2026-04-25T15:02:15.418" v="7620" actId="14100"/>
          <ac:spMkLst>
            <pc:docMk/>
            <pc:sldMk cId="1434498531" sldId="268"/>
            <ac:spMk id="12" creationId="{FE651114-A446-16F0-1388-086DF49E1856}"/>
          </ac:spMkLst>
        </pc:spChg>
        <pc:spChg chg="add mod">
          <ac:chgData name="(Student  C00290924) Dachi Dzeria" userId="d9cf6cb5-31b2-4092-8c35-5f49078da41d" providerId="ADAL" clId="{6AB98AE9-E361-4C9B-9D50-3B82B78DB450}" dt="2026-04-25T22:27:19.425" v="7766" actId="20577"/>
          <ac:spMkLst>
            <pc:docMk/>
            <pc:sldMk cId="1434498531" sldId="268"/>
            <ac:spMk id="13" creationId="{AAB04E11-43B9-7996-8BEF-01773511B730}"/>
          </ac:spMkLst>
        </pc:spChg>
        <pc:spChg chg="add mod">
          <ac:chgData name="(Student  C00290924) Dachi Dzeria" userId="d9cf6cb5-31b2-4092-8c35-5f49078da41d" providerId="ADAL" clId="{6AB98AE9-E361-4C9B-9D50-3B82B78DB450}" dt="2026-04-25T15:03:41.342" v="7646" actId="20577"/>
          <ac:spMkLst>
            <pc:docMk/>
            <pc:sldMk cId="1434498531" sldId="268"/>
            <ac:spMk id="15" creationId="{9F391959-CF1C-211A-F626-73FE9FBE546E}"/>
          </ac:spMkLst>
        </pc:spChg>
        <pc:spChg chg="add mod">
          <ac:chgData name="(Student  C00290924) Dachi Dzeria" userId="d9cf6cb5-31b2-4092-8c35-5f49078da41d" providerId="ADAL" clId="{6AB98AE9-E361-4C9B-9D50-3B82B78DB450}" dt="2026-04-24T10:46:56.669" v="5593" actId="207"/>
          <ac:spMkLst>
            <pc:docMk/>
            <pc:sldMk cId="1434498531" sldId="268"/>
            <ac:spMk id="17" creationId="{D659FC55-48E5-4EB9-AE1A-D6963913EEFE}"/>
          </ac:spMkLst>
        </pc:spChg>
        <pc:grpChg chg="add mod">
          <ac:chgData name="(Student  C00290924) Dachi Dzeria" userId="d9cf6cb5-31b2-4092-8c35-5f49078da41d" providerId="ADAL" clId="{6AB98AE9-E361-4C9B-9D50-3B82B78DB450}" dt="2026-04-24T10:46:33.623" v="5591" actId="571"/>
          <ac:grpSpMkLst>
            <pc:docMk/>
            <pc:sldMk cId="1434498531" sldId="268"/>
            <ac:grpSpMk id="6" creationId="{D6F0C7AC-9E4F-73D7-944D-0BDB2146F8B0}"/>
          </ac:grpSpMkLst>
        </pc:grpChg>
        <pc:grpChg chg="add mod">
          <ac:chgData name="(Student  C00290924) Dachi Dzeria" userId="d9cf6cb5-31b2-4092-8c35-5f49078da41d" providerId="ADAL" clId="{6AB98AE9-E361-4C9B-9D50-3B82B78DB450}" dt="2026-04-24T10:46:33.623" v="5591" actId="571"/>
          <ac:grpSpMkLst>
            <pc:docMk/>
            <pc:sldMk cId="1434498531" sldId="268"/>
            <ac:grpSpMk id="9" creationId="{D73C2449-2870-98A0-9F50-9F36B8F1FC79}"/>
          </ac:grpSpMkLst>
        </pc:grpChg>
        <pc:grpChg chg="add mod">
          <ac:chgData name="(Student  C00290924) Dachi Dzeria" userId="d9cf6cb5-31b2-4092-8c35-5f49078da41d" providerId="ADAL" clId="{6AB98AE9-E361-4C9B-9D50-3B82B78DB450}" dt="2026-04-25T22:27:08.580" v="7764" actId="1076"/>
          <ac:grpSpMkLst>
            <pc:docMk/>
            <pc:sldMk cId="1434498531" sldId="268"/>
            <ac:grpSpMk id="16" creationId="{4947D157-FE9B-58F3-B757-D3ECF1668AEB}"/>
          </ac:grpSpMkLst>
        </pc:grpChg>
      </pc:sldChg>
      <pc:sldChg chg="addSp delSp modSp new mod">
        <pc:chgData name="(Student  C00290924) Dachi Dzeria" userId="d9cf6cb5-31b2-4092-8c35-5f49078da41d" providerId="ADAL" clId="{6AB98AE9-E361-4C9B-9D50-3B82B78DB450}" dt="2026-04-26T14:22:45.346" v="7770" actId="20577"/>
        <pc:sldMkLst>
          <pc:docMk/>
          <pc:sldMk cId="2406376532" sldId="269"/>
        </pc:sldMkLst>
        <pc:spChg chg="mod">
          <ac:chgData name="(Student  C00290924) Dachi Dzeria" userId="d9cf6cb5-31b2-4092-8c35-5f49078da41d" providerId="ADAL" clId="{6AB98AE9-E361-4C9B-9D50-3B82B78DB450}" dt="2026-04-26T14:22:45.346" v="7770" actId="20577"/>
          <ac:spMkLst>
            <pc:docMk/>
            <pc:sldMk cId="2406376532" sldId="269"/>
            <ac:spMk id="2" creationId="{B562CD54-B519-2211-8486-D5691F816E1E}"/>
          </ac:spMkLst>
        </pc:spChg>
        <pc:spChg chg="add mod">
          <ac:chgData name="(Student  C00290924) Dachi Dzeria" userId="d9cf6cb5-31b2-4092-8c35-5f49078da41d" providerId="ADAL" clId="{6AB98AE9-E361-4C9B-9D50-3B82B78DB450}" dt="2026-04-25T15:25:13.384" v="7761" actId="20577"/>
          <ac:spMkLst>
            <pc:docMk/>
            <pc:sldMk cId="2406376532" sldId="269"/>
            <ac:spMk id="3" creationId="{FE0B3B3E-9EB4-98BA-F9C1-7F83B5B7ECA2}"/>
          </ac:spMkLst>
        </pc:spChg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2406376532" sldId="269"/>
            <ac:spMk id="4" creationId="{48A04972-57E1-598A-BB93-4991B06398E2}"/>
          </ac:spMkLst>
        </pc:spChg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2406376532" sldId="269"/>
            <ac:spMk id="5" creationId="{0EF6FE70-8BE6-8DEB-D897-9C5FBCABEE5F}"/>
          </ac:spMkLst>
        </pc:spChg>
        <pc:spChg chg="mod">
          <ac:chgData name="(Student  C00290924) Dachi Dzeria" userId="d9cf6cb5-31b2-4092-8c35-5f49078da41d" providerId="ADAL" clId="{6AB98AE9-E361-4C9B-9D50-3B82B78DB450}" dt="2026-04-24T10:08:36.243" v="5585" actId="14100"/>
          <ac:spMkLst>
            <pc:docMk/>
            <pc:sldMk cId="2406376532" sldId="269"/>
            <ac:spMk id="9" creationId="{5FF79178-3BA7-A059-CBAD-A02500977FB3}"/>
          </ac:spMkLst>
        </pc:spChg>
        <pc:spChg chg="mod">
          <ac:chgData name="(Student  C00290924) Dachi Dzeria" userId="d9cf6cb5-31b2-4092-8c35-5f49078da41d" providerId="ADAL" clId="{6AB98AE9-E361-4C9B-9D50-3B82B78DB450}" dt="2026-04-24T10:08:36.243" v="5585" actId="14100"/>
          <ac:spMkLst>
            <pc:docMk/>
            <pc:sldMk cId="2406376532" sldId="269"/>
            <ac:spMk id="10" creationId="{B000FE32-7C6B-D178-33F1-D37E72DADFBD}"/>
          </ac:spMkLst>
        </pc:spChg>
        <pc:spChg chg="mod">
          <ac:chgData name="(Student  C00290924) Dachi Dzeria" userId="d9cf6cb5-31b2-4092-8c35-5f49078da41d" providerId="ADAL" clId="{6AB98AE9-E361-4C9B-9D50-3B82B78DB450}" dt="2026-04-24T10:08:33.064" v="5584" actId="14100"/>
          <ac:spMkLst>
            <pc:docMk/>
            <pc:sldMk cId="2406376532" sldId="269"/>
            <ac:spMk id="11" creationId="{FF719238-DEB8-B2DC-EF67-49A683940475}"/>
          </ac:spMkLst>
        </pc:spChg>
        <pc:spChg chg="mod">
          <ac:chgData name="(Student  C00290924) Dachi Dzeria" userId="d9cf6cb5-31b2-4092-8c35-5f49078da41d" providerId="ADAL" clId="{6AB98AE9-E361-4C9B-9D50-3B82B78DB450}" dt="2026-04-24T10:08:33.064" v="5584" actId="14100"/>
          <ac:spMkLst>
            <pc:docMk/>
            <pc:sldMk cId="2406376532" sldId="269"/>
            <ac:spMk id="12" creationId="{0FE0EFC0-3041-F2D8-F981-EBE0561CA5B3}"/>
          </ac:spMkLst>
        </pc:spChg>
        <pc:spChg chg="add mod">
          <ac:chgData name="(Student  C00290924) Dachi Dzeria" userId="d9cf6cb5-31b2-4092-8c35-5f49078da41d" providerId="ADAL" clId="{6AB98AE9-E361-4C9B-9D50-3B82B78DB450}" dt="2026-04-25T14:03:55.139" v="7502" actId="1076"/>
          <ac:spMkLst>
            <pc:docMk/>
            <pc:sldMk cId="2406376532" sldId="269"/>
            <ac:spMk id="13" creationId="{417E12E5-DDFC-8658-5655-BB3553B7597D}"/>
          </ac:spMkLst>
        </pc:spChg>
        <pc:grpChg chg="add mod">
          <ac:chgData name="(Student  C00290924) Dachi Dzeria" userId="d9cf6cb5-31b2-4092-8c35-5f49078da41d" providerId="ADAL" clId="{6AB98AE9-E361-4C9B-9D50-3B82B78DB450}" dt="2026-04-24T11:54:16.055" v="6317" actId="1076"/>
          <ac:grpSpMkLst>
            <pc:docMk/>
            <pc:sldMk cId="2406376532" sldId="269"/>
            <ac:grpSpMk id="6" creationId="{ADA9A97E-0BAE-BC4B-008B-E896FC2093AD}"/>
          </ac:grpSpMkLst>
        </pc:grpChg>
        <pc:grpChg chg="mod">
          <ac:chgData name="(Student  C00290924) Dachi Dzeria" userId="d9cf6cb5-31b2-4092-8c35-5f49078da41d" providerId="ADAL" clId="{6AB98AE9-E361-4C9B-9D50-3B82B78DB450}" dt="2026-04-24T10:08:14.126" v="5579"/>
          <ac:grpSpMkLst>
            <pc:docMk/>
            <pc:sldMk cId="2406376532" sldId="269"/>
            <ac:grpSpMk id="7" creationId="{BE415D77-EAA4-08C2-6573-EB854147B07B}"/>
          </ac:grpSpMkLst>
        </pc:grpChg>
        <pc:grpChg chg="mod">
          <ac:chgData name="(Student  C00290924) Dachi Dzeria" userId="d9cf6cb5-31b2-4092-8c35-5f49078da41d" providerId="ADAL" clId="{6AB98AE9-E361-4C9B-9D50-3B82B78DB450}" dt="2026-04-24T10:08:14.126" v="5579"/>
          <ac:grpSpMkLst>
            <pc:docMk/>
            <pc:sldMk cId="2406376532" sldId="269"/>
            <ac:grpSpMk id="8" creationId="{E9E371BF-6238-BD5F-5A55-1459424CB59A}"/>
          </ac:grpSpMkLst>
        </pc:grpChg>
      </pc:sldChg>
      <pc:sldChg chg="addSp delSp modSp add mod ord">
        <pc:chgData name="(Student  C00290924) Dachi Dzeria" userId="d9cf6cb5-31b2-4092-8c35-5f49078da41d" providerId="ADAL" clId="{6AB98AE9-E361-4C9B-9D50-3B82B78DB450}" dt="2026-04-25T14:20:50.336" v="7504"/>
        <pc:sldMkLst>
          <pc:docMk/>
          <pc:sldMk cId="836029043" sldId="270"/>
        </pc:sldMkLst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836029043" sldId="270"/>
            <ac:spMk id="2" creationId="{C3C7C2A1-B504-BFEA-52F3-416143D0CBAD}"/>
          </ac:spMkLst>
        </pc:spChg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836029043" sldId="270"/>
            <ac:spMk id="4" creationId="{BC28353F-73E8-6749-89E4-A8AE15C32DA1}"/>
          </ac:spMkLst>
        </pc:spChg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836029043" sldId="270"/>
            <ac:spMk id="5" creationId="{F9599516-64F3-776C-4123-5DB44991BC5D}"/>
          </ac:spMkLst>
        </pc:spChg>
        <pc:picChg chg="add mod">
          <ac:chgData name="(Student  C00290924) Dachi Dzeria" userId="d9cf6cb5-31b2-4092-8c35-5f49078da41d" providerId="ADAL" clId="{6AB98AE9-E361-4C9B-9D50-3B82B78DB450}" dt="2026-04-24T11:58:48.857" v="6340" actId="1035"/>
          <ac:picMkLst>
            <pc:docMk/>
            <pc:sldMk cId="836029043" sldId="270"/>
            <ac:picMk id="9" creationId="{0DF405C9-D7A2-4078-2BF2-452706C95431}"/>
          </ac:picMkLst>
        </pc:picChg>
      </pc:sldChg>
      <pc:sldChg chg="addSp delSp modSp add mod">
        <pc:chgData name="(Student  C00290924) Dachi Dzeria" userId="d9cf6cb5-31b2-4092-8c35-5f49078da41d" providerId="ADAL" clId="{6AB98AE9-E361-4C9B-9D50-3B82B78DB450}" dt="2026-04-23T19:44:01.068" v="4786" actId="790"/>
        <pc:sldMkLst>
          <pc:docMk/>
          <pc:sldMk cId="2847925970" sldId="272"/>
        </pc:sldMkLst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2847925970" sldId="272"/>
            <ac:spMk id="2" creationId="{EB707A78-9C2E-44E1-BAEF-241421ED9846}"/>
          </ac:spMkLst>
        </pc:spChg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2847925970" sldId="272"/>
            <ac:spMk id="4" creationId="{BA993AD3-6188-2144-69D7-A0CA33C0491C}"/>
          </ac:spMkLst>
        </pc:spChg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2847925970" sldId="272"/>
            <ac:spMk id="5" creationId="{63A4CE6E-E37B-91E4-1F06-915906A7B0F7}"/>
          </ac:spMkLst>
        </pc:spChg>
        <pc:picChg chg="add mod">
          <ac:chgData name="(Student  C00290924) Dachi Dzeria" userId="d9cf6cb5-31b2-4092-8c35-5f49078da41d" providerId="ADAL" clId="{6AB98AE9-E361-4C9B-9D50-3B82B78DB450}" dt="2026-04-23T18:55:23.269" v="3579" actId="1440"/>
          <ac:picMkLst>
            <pc:docMk/>
            <pc:sldMk cId="2847925970" sldId="272"/>
            <ac:picMk id="11" creationId="{FF3C0A7E-6FCD-BD4F-1DD4-DA0B10811F1F}"/>
          </ac:picMkLst>
        </pc:picChg>
      </pc:sldChg>
      <pc:sldChg chg="addSp delSp modSp add mod">
        <pc:chgData name="(Student  C00290924) Dachi Dzeria" userId="d9cf6cb5-31b2-4092-8c35-5f49078da41d" providerId="ADAL" clId="{6AB98AE9-E361-4C9B-9D50-3B82B78DB450}" dt="2026-04-23T19:44:01.068" v="4786" actId="790"/>
        <pc:sldMkLst>
          <pc:docMk/>
          <pc:sldMk cId="2974823803" sldId="273"/>
        </pc:sldMkLst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2974823803" sldId="273"/>
            <ac:spMk id="2" creationId="{4EEB9D75-0615-F91F-9C8B-749C237D5818}"/>
          </ac:spMkLst>
        </pc:spChg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2974823803" sldId="273"/>
            <ac:spMk id="4" creationId="{266C0140-5264-3056-6B3C-05F9731FE8BC}"/>
          </ac:spMkLst>
        </pc:spChg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2974823803" sldId="273"/>
            <ac:spMk id="5" creationId="{08D83DFF-7C36-F03C-7372-102B60904D71}"/>
          </ac:spMkLst>
        </pc:spChg>
        <pc:picChg chg="add mod">
          <ac:chgData name="(Student  C00290924) Dachi Dzeria" userId="d9cf6cb5-31b2-4092-8c35-5f49078da41d" providerId="ADAL" clId="{6AB98AE9-E361-4C9B-9D50-3B82B78DB450}" dt="2026-04-23T18:55:58.211" v="3584" actId="1076"/>
          <ac:picMkLst>
            <pc:docMk/>
            <pc:sldMk cId="2974823803" sldId="273"/>
            <ac:picMk id="8" creationId="{EBB47486-927F-FDD8-8ECE-C861900A72A1}"/>
          </ac:picMkLst>
        </pc:picChg>
      </pc:sldChg>
      <pc:sldChg chg="addSp delSp modSp add mod">
        <pc:chgData name="(Student  C00290924) Dachi Dzeria" userId="d9cf6cb5-31b2-4092-8c35-5f49078da41d" providerId="ADAL" clId="{6AB98AE9-E361-4C9B-9D50-3B82B78DB450}" dt="2026-04-23T19:44:01.068" v="4786" actId="790"/>
        <pc:sldMkLst>
          <pc:docMk/>
          <pc:sldMk cId="3937654614" sldId="274"/>
        </pc:sldMkLst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3937654614" sldId="274"/>
            <ac:spMk id="2" creationId="{99DC6397-1722-59CE-B776-7E78A412451C}"/>
          </ac:spMkLst>
        </pc:spChg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3937654614" sldId="274"/>
            <ac:spMk id="4" creationId="{B88799A1-C9F3-8E11-39C4-3F6267EA1C62}"/>
          </ac:spMkLst>
        </pc:spChg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3937654614" sldId="274"/>
            <ac:spMk id="5" creationId="{D96CC6FD-20AA-658C-9B15-22BC1B43CB5E}"/>
          </ac:spMkLst>
        </pc:spChg>
        <pc:picChg chg="add mod">
          <ac:chgData name="(Student  C00290924) Dachi Dzeria" userId="d9cf6cb5-31b2-4092-8c35-5f49078da41d" providerId="ADAL" clId="{6AB98AE9-E361-4C9B-9D50-3B82B78DB450}" dt="2026-04-23T19:03:36.470" v="3653" actId="1440"/>
          <ac:picMkLst>
            <pc:docMk/>
            <pc:sldMk cId="3937654614" sldId="274"/>
            <ac:picMk id="9" creationId="{59FB5D72-8639-83D3-2258-0F57B8682763}"/>
          </ac:picMkLst>
        </pc:picChg>
      </pc:sldChg>
      <pc:sldChg chg="addSp delSp modSp add mod">
        <pc:chgData name="(Student  C00290924) Dachi Dzeria" userId="d9cf6cb5-31b2-4092-8c35-5f49078da41d" providerId="ADAL" clId="{6AB98AE9-E361-4C9B-9D50-3B82B78DB450}" dt="2026-04-23T19:44:01.068" v="4786" actId="790"/>
        <pc:sldMkLst>
          <pc:docMk/>
          <pc:sldMk cId="1375895466" sldId="275"/>
        </pc:sldMkLst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1375895466" sldId="275"/>
            <ac:spMk id="2" creationId="{C385A1B8-A938-4503-C0AF-82DD27C91926}"/>
          </ac:spMkLst>
        </pc:spChg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1375895466" sldId="275"/>
            <ac:spMk id="4" creationId="{C596D115-4B61-FF30-0B4A-8775899C004C}"/>
          </ac:spMkLst>
        </pc:spChg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1375895466" sldId="275"/>
            <ac:spMk id="5" creationId="{8EA85821-8CC3-CE0A-46E3-B9B5360B7E2B}"/>
          </ac:spMkLst>
        </pc:spChg>
        <pc:picChg chg="add mod">
          <ac:chgData name="(Student  C00290924) Dachi Dzeria" userId="d9cf6cb5-31b2-4092-8c35-5f49078da41d" providerId="ADAL" clId="{6AB98AE9-E361-4C9B-9D50-3B82B78DB450}" dt="2026-04-23T19:01:40.136" v="3631" actId="1440"/>
          <ac:picMkLst>
            <pc:docMk/>
            <pc:sldMk cId="1375895466" sldId="275"/>
            <ac:picMk id="6" creationId="{EA660EA2-486B-6CE9-30E9-414CBDF02E52}"/>
          </ac:picMkLst>
        </pc:picChg>
      </pc:sldChg>
      <pc:sldChg chg="addSp delSp modSp add mod ord">
        <pc:chgData name="(Student  C00290924) Dachi Dzeria" userId="d9cf6cb5-31b2-4092-8c35-5f49078da41d" providerId="ADAL" clId="{6AB98AE9-E361-4C9B-9D50-3B82B78DB450}" dt="2026-04-25T14:21:07.287" v="7506"/>
        <pc:sldMkLst>
          <pc:docMk/>
          <pc:sldMk cId="2201901473" sldId="276"/>
        </pc:sldMkLst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2201901473" sldId="276"/>
            <ac:spMk id="2" creationId="{64869213-BA39-0633-4DFD-5BA9101DEFCD}"/>
          </ac:spMkLst>
        </pc:spChg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2201901473" sldId="276"/>
            <ac:spMk id="4" creationId="{99AD5DDD-387C-F580-65B4-73BB7680182C}"/>
          </ac:spMkLst>
        </pc:spChg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2201901473" sldId="276"/>
            <ac:spMk id="5" creationId="{65C94D1F-A3CD-8AEA-6666-4DC0041C3867}"/>
          </ac:spMkLst>
        </pc:spChg>
        <pc:picChg chg="add mod">
          <ac:chgData name="(Student  C00290924) Dachi Dzeria" userId="d9cf6cb5-31b2-4092-8c35-5f49078da41d" providerId="ADAL" clId="{6AB98AE9-E361-4C9B-9D50-3B82B78DB450}" dt="2026-04-23T19:09:32.010" v="3719" actId="1076"/>
          <ac:picMkLst>
            <pc:docMk/>
            <pc:sldMk cId="2201901473" sldId="276"/>
            <ac:picMk id="6" creationId="{D2BD934D-4FDA-CF7B-E305-80EF6495DB72}"/>
          </ac:picMkLst>
        </pc:picChg>
      </pc:sldChg>
      <pc:sldChg chg="addSp delSp modSp add mod">
        <pc:chgData name="(Student  C00290924) Dachi Dzeria" userId="d9cf6cb5-31b2-4092-8c35-5f49078da41d" providerId="ADAL" clId="{6AB98AE9-E361-4C9B-9D50-3B82B78DB450}" dt="2026-04-23T19:44:01.068" v="4786" actId="790"/>
        <pc:sldMkLst>
          <pc:docMk/>
          <pc:sldMk cId="902767858" sldId="278"/>
        </pc:sldMkLst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902767858" sldId="278"/>
            <ac:spMk id="2" creationId="{E4EAC29B-928B-AC1F-F5B1-F9100489799C}"/>
          </ac:spMkLst>
        </pc:spChg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902767858" sldId="278"/>
            <ac:spMk id="4" creationId="{F4E8FECF-7088-BC1E-C5FD-39E039FF9303}"/>
          </ac:spMkLst>
        </pc:spChg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902767858" sldId="278"/>
            <ac:spMk id="5" creationId="{A34ABF55-2D1B-B81C-8FBA-4D70A3512998}"/>
          </ac:spMkLst>
        </pc:spChg>
        <pc:picChg chg="add mod">
          <ac:chgData name="(Student  C00290924) Dachi Dzeria" userId="d9cf6cb5-31b2-4092-8c35-5f49078da41d" providerId="ADAL" clId="{6AB98AE9-E361-4C9B-9D50-3B82B78DB450}" dt="2026-04-23T19:04:47.550" v="3676" actId="1036"/>
          <ac:picMkLst>
            <pc:docMk/>
            <pc:sldMk cId="902767858" sldId="278"/>
            <ac:picMk id="13" creationId="{7BDC8748-8A10-5CC5-DEDB-0169DE4C1162}"/>
          </ac:picMkLst>
        </pc:picChg>
      </pc:sldChg>
      <pc:sldChg chg="addSp delSp modSp add mod ord">
        <pc:chgData name="(Student  C00290924) Dachi Dzeria" userId="d9cf6cb5-31b2-4092-8c35-5f49078da41d" providerId="ADAL" clId="{6AB98AE9-E361-4C9B-9D50-3B82B78DB450}" dt="2026-04-25T14:21:07.287" v="7506"/>
        <pc:sldMkLst>
          <pc:docMk/>
          <pc:sldMk cId="1271872531" sldId="279"/>
        </pc:sldMkLst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1271872531" sldId="279"/>
            <ac:spMk id="2" creationId="{55082F25-A1C9-3D5B-5ADC-DB598C1C206B}"/>
          </ac:spMkLst>
        </pc:spChg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1271872531" sldId="279"/>
            <ac:spMk id="4" creationId="{4D3E4CCD-40D9-1936-47FF-A4C6DAC56944}"/>
          </ac:spMkLst>
        </pc:spChg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1271872531" sldId="279"/>
            <ac:spMk id="5" creationId="{6FBA57CC-6923-1495-3D68-B0F90EB5D315}"/>
          </ac:spMkLst>
        </pc:spChg>
        <pc:picChg chg="add mod">
          <ac:chgData name="(Student  C00290924) Dachi Dzeria" userId="d9cf6cb5-31b2-4092-8c35-5f49078da41d" providerId="ADAL" clId="{6AB98AE9-E361-4C9B-9D50-3B82B78DB450}" dt="2026-04-23T19:11:16.017" v="3756" actId="1440"/>
          <ac:picMkLst>
            <pc:docMk/>
            <pc:sldMk cId="1271872531" sldId="279"/>
            <ac:picMk id="11" creationId="{779B892D-2B9C-9C38-46F4-3BED37EC39F1}"/>
          </ac:picMkLst>
        </pc:picChg>
      </pc:sldChg>
      <pc:sldChg chg="addSp delSp modSp add mod ord">
        <pc:chgData name="(Student  C00290924) Dachi Dzeria" userId="d9cf6cb5-31b2-4092-8c35-5f49078da41d" providerId="ADAL" clId="{6AB98AE9-E361-4C9B-9D50-3B82B78DB450}" dt="2026-04-25T14:32:28.285" v="7521"/>
        <pc:sldMkLst>
          <pc:docMk/>
          <pc:sldMk cId="3289064092" sldId="280"/>
        </pc:sldMkLst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3289064092" sldId="280"/>
            <ac:spMk id="2" creationId="{6310408F-5D19-5DF5-C46B-60E05709FF2F}"/>
          </ac:spMkLst>
        </pc:spChg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3289064092" sldId="280"/>
            <ac:spMk id="4" creationId="{EFD65BA2-A54D-1310-70ED-5708C68C042C}"/>
          </ac:spMkLst>
        </pc:spChg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3289064092" sldId="280"/>
            <ac:spMk id="5" creationId="{290103DD-0335-07BE-65B3-B055C60338E7}"/>
          </ac:spMkLst>
        </pc:spChg>
        <pc:picChg chg="add mod">
          <ac:chgData name="(Student  C00290924) Dachi Dzeria" userId="d9cf6cb5-31b2-4092-8c35-5f49078da41d" providerId="ADAL" clId="{6AB98AE9-E361-4C9B-9D50-3B82B78DB450}" dt="2026-04-23T19:13:02.107" v="3796" actId="1440"/>
          <ac:picMkLst>
            <pc:docMk/>
            <pc:sldMk cId="3289064092" sldId="280"/>
            <ac:picMk id="6" creationId="{F7B2D72E-F163-1703-8779-4CF0483065D1}"/>
          </ac:picMkLst>
        </pc:picChg>
      </pc:sldChg>
      <pc:sldChg chg="addSp delSp modSp add mod ord">
        <pc:chgData name="(Student  C00290924) Dachi Dzeria" userId="d9cf6cb5-31b2-4092-8c35-5f49078da41d" providerId="ADAL" clId="{6AB98AE9-E361-4C9B-9D50-3B82B78DB450}" dt="2026-04-25T14:32:28.285" v="7521"/>
        <pc:sldMkLst>
          <pc:docMk/>
          <pc:sldMk cId="1002651231" sldId="281"/>
        </pc:sldMkLst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1002651231" sldId="281"/>
            <ac:spMk id="2" creationId="{2F80EC14-575E-B612-2071-AC4F2312BB8B}"/>
          </ac:spMkLst>
        </pc:spChg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1002651231" sldId="281"/>
            <ac:spMk id="4" creationId="{89251512-219F-9D11-086A-357C57E56392}"/>
          </ac:spMkLst>
        </pc:spChg>
        <pc:spChg chg="mod">
          <ac:chgData name="(Student  C00290924) Dachi Dzeria" userId="d9cf6cb5-31b2-4092-8c35-5f49078da41d" providerId="ADAL" clId="{6AB98AE9-E361-4C9B-9D50-3B82B78DB450}" dt="2026-04-23T19:44:01.068" v="4786" actId="790"/>
          <ac:spMkLst>
            <pc:docMk/>
            <pc:sldMk cId="1002651231" sldId="281"/>
            <ac:spMk id="5" creationId="{84F5B7D8-4A12-14E0-4E75-AE165B7D10CC}"/>
          </ac:spMkLst>
        </pc:spChg>
        <pc:picChg chg="add mod">
          <ac:chgData name="(Student  C00290924) Dachi Dzeria" userId="d9cf6cb5-31b2-4092-8c35-5f49078da41d" providerId="ADAL" clId="{6AB98AE9-E361-4C9B-9D50-3B82B78DB450}" dt="2026-04-23T19:13:29.959" v="3802" actId="1440"/>
          <ac:picMkLst>
            <pc:docMk/>
            <pc:sldMk cId="1002651231" sldId="281"/>
            <ac:picMk id="6" creationId="{5567DDF3-81FD-2EC0-8063-DF55B806F923}"/>
          </ac:picMkLst>
        </pc:picChg>
      </pc:sldChg>
      <pc:sldChg chg="delSp modSp new mod ord">
        <pc:chgData name="(Student  C00290924) Dachi Dzeria" userId="d9cf6cb5-31b2-4092-8c35-5f49078da41d" providerId="ADAL" clId="{6AB98AE9-E361-4C9B-9D50-3B82B78DB450}" dt="2026-04-25T14:50:38.630" v="7523"/>
        <pc:sldMkLst>
          <pc:docMk/>
          <pc:sldMk cId="4225474129" sldId="283"/>
        </pc:sldMkLst>
        <pc:spChg chg="mod">
          <ac:chgData name="(Student  C00290924) Dachi Dzeria" userId="d9cf6cb5-31b2-4092-8c35-5f49078da41d" providerId="ADAL" clId="{6AB98AE9-E361-4C9B-9D50-3B82B78DB450}" dt="2026-04-24T12:01:07.522" v="6396" actId="1076"/>
          <ac:spMkLst>
            <pc:docMk/>
            <pc:sldMk cId="4225474129" sldId="283"/>
            <ac:spMk id="3" creationId="{BF133159-6113-83FC-EF20-16963EEF9D19}"/>
          </ac:spMkLst>
        </pc:spChg>
      </pc:sldChg>
      <pc:sldChg chg="addSp delSp modSp new mod">
        <pc:chgData name="(Student  C00290924) Dachi Dzeria" userId="d9cf6cb5-31b2-4092-8c35-5f49078da41d" providerId="ADAL" clId="{6AB98AE9-E361-4C9B-9D50-3B82B78DB450}" dt="2026-04-25T15:07:35.002" v="7686" actId="20577"/>
        <pc:sldMkLst>
          <pc:docMk/>
          <pc:sldMk cId="1758957629" sldId="284"/>
        </pc:sldMkLst>
        <pc:spChg chg="mod">
          <ac:chgData name="(Student  C00290924) Dachi Dzeria" userId="d9cf6cb5-31b2-4092-8c35-5f49078da41d" providerId="ADAL" clId="{6AB98AE9-E361-4C9B-9D50-3B82B78DB450}" dt="2026-04-24T12:16:55.397" v="6631" actId="1076"/>
          <ac:spMkLst>
            <pc:docMk/>
            <pc:sldMk cId="1758957629" sldId="284"/>
            <ac:spMk id="2" creationId="{13749719-3FFA-7471-67AC-D9657AAB209A}"/>
          </ac:spMkLst>
        </pc:spChg>
        <pc:spChg chg="mod">
          <ac:chgData name="(Student  C00290924) Dachi Dzeria" userId="d9cf6cb5-31b2-4092-8c35-5f49078da41d" providerId="ADAL" clId="{6AB98AE9-E361-4C9B-9D50-3B82B78DB450}" dt="2026-04-24T12:16:55.397" v="6631" actId="1076"/>
          <ac:spMkLst>
            <pc:docMk/>
            <pc:sldMk cId="1758957629" sldId="284"/>
            <ac:spMk id="4" creationId="{6A7C9891-1B49-9ADB-05AE-1E26E39EED36}"/>
          </ac:spMkLst>
        </pc:spChg>
        <pc:spChg chg="mod">
          <ac:chgData name="(Student  C00290924) Dachi Dzeria" userId="d9cf6cb5-31b2-4092-8c35-5f49078da41d" providerId="ADAL" clId="{6AB98AE9-E361-4C9B-9D50-3B82B78DB450}" dt="2026-04-24T12:16:55.397" v="6631" actId="1076"/>
          <ac:spMkLst>
            <pc:docMk/>
            <pc:sldMk cId="1758957629" sldId="284"/>
            <ac:spMk id="5" creationId="{BE95BA1C-A087-D0CC-6498-A068C2C25FE6}"/>
          </ac:spMkLst>
        </pc:spChg>
        <pc:graphicFrameChg chg="add mod modGraphic">
          <ac:chgData name="(Student  C00290924) Dachi Dzeria" userId="d9cf6cb5-31b2-4092-8c35-5f49078da41d" providerId="ADAL" clId="{6AB98AE9-E361-4C9B-9D50-3B82B78DB450}" dt="2026-04-25T15:06:30.356" v="7661" actId="20577"/>
          <ac:graphicFrameMkLst>
            <pc:docMk/>
            <pc:sldMk cId="1758957629" sldId="284"/>
            <ac:graphicFrameMk id="6" creationId="{E9D8D4A4-B6F6-48CC-0688-DB41D11FC2BB}"/>
          </ac:graphicFrameMkLst>
        </pc:graphicFrameChg>
        <pc:graphicFrameChg chg="add mod modGraphic">
          <ac:chgData name="(Student  C00290924) Dachi Dzeria" userId="d9cf6cb5-31b2-4092-8c35-5f49078da41d" providerId="ADAL" clId="{6AB98AE9-E361-4C9B-9D50-3B82B78DB450}" dt="2026-04-25T15:06:37.466" v="7665" actId="20577"/>
          <ac:graphicFrameMkLst>
            <pc:docMk/>
            <pc:sldMk cId="1758957629" sldId="284"/>
            <ac:graphicFrameMk id="8" creationId="{4EAC94D1-2C1B-F9DB-4BE3-0F3FA6762E7E}"/>
          </ac:graphicFrameMkLst>
        </pc:graphicFrameChg>
        <pc:graphicFrameChg chg="add mod modGraphic">
          <ac:chgData name="(Student  C00290924) Dachi Dzeria" userId="d9cf6cb5-31b2-4092-8c35-5f49078da41d" providerId="ADAL" clId="{6AB98AE9-E361-4C9B-9D50-3B82B78DB450}" dt="2026-04-25T15:06:45.222" v="7670" actId="20577"/>
          <ac:graphicFrameMkLst>
            <pc:docMk/>
            <pc:sldMk cId="1758957629" sldId="284"/>
            <ac:graphicFrameMk id="10" creationId="{E067B6AC-5D9E-53B7-4FDC-6E3235EC7464}"/>
          </ac:graphicFrameMkLst>
        </pc:graphicFrameChg>
        <pc:graphicFrameChg chg="add mod modGraphic">
          <ac:chgData name="(Student  C00290924) Dachi Dzeria" userId="d9cf6cb5-31b2-4092-8c35-5f49078da41d" providerId="ADAL" clId="{6AB98AE9-E361-4C9B-9D50-3B82B78DB450}" dt="2026-04-25T15:06:58.220" v="7675" actId="20577"/>
          <ac:graphicFrameMkLst>
            <pc:docMk/>
            <pc:sldMk cId="1758957629" sldId="284"/>
            <ac:graphicFrameMk id="12" creationId="{2E879A65-4255-467B-0193-4E5B86AC983B}"/>
          </ac:graphicFrameMkLst>
        </pc:graphicFrameChg>
        <pc:graphicFrameChg chg="add mod modGraphic">
          <ac:chgData name="(Student  C00290924) Dachi Dzeria" userId="d9cf6cb5-31b2-4092-8c35-5f49078da41d" providerId="ADAL" clId="{6AB98AE9-E361-4C9B-9D50-3B82B78DB450}" dt="2026-04-25T15:07:11.845" v="7682" actId="20577"/>
          <ac:graphicFrameMkLst>
            <pc:docMk/>
            <pc:sldMk cId="1758957629" sldId="284"/>
            <ac:graphicFrameMk id="14" creationId="{09CE3AE5-467A-268D-A69E-EF233AEF0E85}"/>
          </ac:graphicFrameMkLst>
        </pc:graphicFrameChg>
        <pc:graphicFrameChg chg="add mod modGraphic">
          <ac:chgData name="(Student  C00290924) Dachi Dzeria" userId="d9cf6cb5-31b2-4092-8c35-5f49078da41d" providerId="ADAL" clId="{6AB98AE9-E361-4C9B-9D50-3B82B78DB450}" dt="2026-04-25T15:07:35.002" v="7686" actId="20577"/>
          <ac:graphicFrameMkLst>
            <pc:docMk/>
            <pc:sldMk cId="1758957629" sldId="284"/>
            <ac:graphicFrameMk id="16" creationId="{B1800342-C1F8-462B-2CA7-A98184163F45}"/>
          </ac:graphicFrameMkLst>
        </pc:graphicFrameChg>
      </pc:sldChg>
      <pc:sldChg chg="addSp delSp modSp new mod">
        <pc:chgData name="(Student  C00290924) Dachi Dzeria" userId="d9cf6cb5-31b2-4092-8c35-5f49078da41d" providerId="ADAL" clId="{6AB98AE9-E361-4C9B-9D50-3B82B78DB450}" dt="2026-04-24T12:33:34.111" v="6874" actId="255"/>
        <pc:sldMkLst>
          <pc:docMk/>
          <pc:sldMk cId="2165037421" sldId="285"/>
        </pc:sldMkLst>
        <pc:spChg chg="mod">
          <ac:chgData name="(Student  C00290924) Dachi Dzeria" userId="d9cf6cb5-31b2-4092-8c35-5f49078da41d" providerId="ADAL" clId="{6AB98AE9-E361-4C9B-9D50-3B82B78DB450}" dt="2026-04-24T12:24:48.769" v="6743" actId="1076"/>
          <ac:spMkLst>
            <pc:docMk/>
            <pc:sldMk cId="2165037421" sldId="285"/>
            <ac:spMk id="2" creationId="{8E73E125-B010-FD79-3501-0ED9E7CC194D}"/>
          </ac:spMkLst>
        </pc:spChg>
        <pc:spChg chg="mod">
          <ac:chgData name="(Student  C00290924) Dachi Dzeria" userId="d9cf6cb5-31b2-4092-8c35-5f49078da41d" providerId="ADAL" clId="{6AB98AE9-E361-4C9B-9D50-3B82B78DB450}" dt="2026-04-24T12:24:48.769" v="6743" actId="1076"/>
          <ac:spMkLst>
            <pc:docMk/>
            <pc:sldMk cId="2165037421" sldId="285"/>
            <ac:spMk id="4" creationId="{39C0B622-DFE8-BB42-09F4-83ADD671ED19}"/>
          </ac:spMkLst>
        </pc:spChg>
        <pc:spChg chg="mod">
          <ac:chgData name="(Student  C00290924) Dachi Dzeria" userId="d9cf6cb5-31b2-4092-8c35-5f49078da41d" providerId="ADAL" clId="{6AB98AE9-E361-4C9B-9D50-3B82B78DB450}" dt="2026-04-24T12:24:48.769" v="6743" actId="1076"/>
          <ac:spMkLst>
            <pc:docMk/>
            <pc:sldMk cId="2165037421" sldId="285"/>
            <ac:spMk id="5" creationId="{5AC9D60D-A095-7D26-F1EF-7857F6F79659}"/>
          </ac:spMkLst>
        </pc:spChg>
        <pc:graphicFrameChg chg="add mod modGraphic">
          <ac:chgData name="(Student  C00290924) Dachi Dzeria" userId="d9cf6cb5-31b2-4092-8c35-5f49078da41d" providerId="ADAL" clId="{6AB98AE9-E361-4C9B-9D50-3B82B78DB450}" dt="2026-04-24T12:26:42.401" v="6772" actId="1076"/>
          <ac:graphicFrameMkLst>
            <pc:docMk/>
            <pc:sldMk cId="2165037421" sldId="285"/>
            <ac:graphicFrameMk id="11" creationId="{29E6CE9D-1272-51C8-F026-D3A9C6A67F60}"/>
          </ac:graphicFrameMkLst>
        </pc:graphicFrameChg>
        <pc:graphicFrameChg chg="add mod modGraphic">
          <ac:chgData name="(Student  C00290924) Dachi Dzeria" userId="d9cf6cb5-31b2-4092-8c35-5f49078da41d" providerId="ADAL" clId="{6AB98AE9-E361-4C9B-9D50-3B82B78DB450}" dt="2026-04-24T12:27:50.931" v="6790" actId="14100"/>
          <ac:graphicFrameMkLst>
            <pc:docMk/>
            <pc:sldMk cId="2165037421" sldId="285"/>
            <ac:graphicFrameMk id="13" creationId="{F0123359-7745-B88E-5172-D4C22EBC5963}"/>
          </ac:graphicFrameMkLst>
        </pc:graphicFrameChg>
        <pc:graphicFrameChg chg="add mod modGraphic">
          <ac:chgData name="(Student  C00290924) Dachi Dzeria" userId="d9cf6cb5-31b2-4092-8c35-5f49078da41d" providerId="ADAL" clId="{6AB98AE9-E361-4C9B-9D50-3B82B78DB450}" dt="2026-04-24T12:33:34.111" v="6874" actId="255"/>
          <ac:graphicFrameMkLst>
            <pc:docMk/>
            <pc:sldMk cId="2165037421" sldId="285"/>
            <ac:graphicFrameMk id="15" creationId="{DF9A4183-3494-3B38-FA8B-F84194BE7892}"/>
          </ac:graphicFrameMkLst>
        </pc:graphicFrameChg>
      </pc:sldChg>
      <pc:sldChg chg="addSp delSp modSp new mod">
        <pc:chgData name="(Student  C00290924) Dachi Dzeria" userId="d9cf6cb5-31b2-4092-8c35-5f49078da41d" providerId="ADAL" clId="{6AB98AE9-E361-4C9B-9D50-3B82B78DB450}" dt="2026-04-24T12:39:39.423" v="6979" actId="1076"/>
        <pc:sldMkLst>
          <pc:docMk/>
          <pc:sldMk cId="1241226353" sldId="290"/>
        </pc:sldMkLst>
        <pc:spChg chg="mod">
          <ac:chgData name="(Student  C00290924) Dachi Dzeria" userId="d9cf6cb5-31b2-4092-8c35-5f49078da41d" providerId="ADAL" clId="{6AB98AE9-E361-4C9B-9D50-3B82B78DB450}" dt="2026-04-24T10:48:04.738" v="5743" actId="20577"/>
          <ac:spMkLst>
            <pc:docMk/>
            <pc:sldMk cId="1241226353" sldId="290"/>
            <ac:spMk id="2" creationId="{46891EE7-E7F3-5C1B-E424-AB7E947DCEB3}"/>
          </ac:spMkLst>
        </pc:spChg>
        <pc:graphicFrameChg chg="add mod modGraphic">
          <ac:chgData name="(Student  C00290924) Dachi Dzeria" userId="d9cf6cb5-31b2-4092-8c35-5f49078da41d" providerId="ADAL" clId="{6AB98AE9-E361-4C9B-9D50-3B82B78DB450}" dt="2026-04-24T12:38:49.788" v="6974" actId="255"/>
          <ac:graphicFrameMkLst>
            <pc:docMk/>
            <pc:sldMk cId="1241226353" sldId="290"/>
            <ac:graphicFrameMk id="7" creationId="{DF5AC45C-7768-A177-3ED0-5525460C9681}"/>
          </ac:graphicFrameMkLst>
        </pc:graphicFrameChg>
        <pc:picChg chg="add mod">
          <ac:chgData name="(Student  C00290924) Dachi Dzeria" userId="d9cf6cb5-31b2-4092-8c35-5f49078da41d" providerId="ADAL" clId="{6AB98AE9-E361-4C9B-9D50-3B82B78DB450}" dt="2026-04-24T12:39:39.423" v="6979" actId="1076"/>
          <ac:picMkLst>
            <pc:docMk/>
            <pc:sldMk cId="1241226353" sldId="290"/>
            <ac:picMk id="9" creationId="{187A8C3D-2AD7-CACA-5D6B-FB26E3685859}"/>
          </ac:picMkLst>
        </pc:picChg>
      </pc:sldChg>
      <pc:sldChg chg="addSp delSp modSp new mod">
        <pc:chgData name="(Student  C00290924) Dachi Dzeria" userId="d9cf6cb5-31b2-4092-8c35-5f49078da41d" providerId="ADAL" clId="{6AB98AE9-E361-4C9B-9D50-3B82B78DB450}" dt="2026-04-24T12:48:50.060" v="7172" actId="20577"/>
        <pc:sldMkLst>
          <pc:docMk/>
          <pc:sldMk cId="678475912" sldId="292"/>
        </pc:sldMkLst>
        <pc:spChg chg="mod">
          <ac:chgData name="(Student  C00290924) Dachi Dzeria" userId="d9cf6cb5-31b2-4092-8c35-5f49078da41d" providerId="ADAL" clId="{6AB98AE9-E361-4C9B-9D50-3B82B78DB450}" dt="2026-04-24T12:00:18.036" v="6395" actId="20577"/>
          <ac:spMkLst>
            <pc:docMk/>
            <pc:sldMk cId="678475912" sldId="292"/>
            <ac:spMk id="2" creationId="{044185EF-5B0B-C283-275A-0976252BA952}"/>
          </ac:spMkLst>
        </pc:spChg>
        <pc:graphicFrameChg chg="add mod modGraphic">
          <ac:chgData name="(Student  C00290924) Dachi Dzeria" userId="d9cf6cb5-31b2-4092-8c35-5f49078da41d" providerId="ADAL" clId="{6AB98AE9-E361-4C9B-9D50-3B82B78DB450}" dt="2026-04-24T12:45:25.188" v="7135" actId="6549"/>
          <ac:graphicFrameMkLst>
            <pc:docMk/>
            <pc:sldMk cId="678475912" sldId="292"/>
            <ac:graphicFrameMk id="9" creationId="{81240935-2AE1-5926-533C-98D1DDA53936}"/>
          </ac:graphicFrameMkLst>
        </pc:graphicFrameChg>
        <pc:graphicFrameChg chg="add mod modGraphic">
          <ac:chgData name="(Student  C00290924) Dachi Dzeria" userId="d9cf6cb5-31b2-4092-8c35-5f49078da41d" providerId="ADAL" clId="{6AB98AE9-E361-4C9B-9D50-3B82B78DB450}" dt="2026-04-24T12:48:50.060" v="7172" actId="20577"/>
          <ac:graphicFrameMkLst>
            <pc:docMk/>
            <pc:sldMk cId="678475912" sldId="292"/>
            <ac:graphicFrameMk id="12" creationId="{ADE141CB-E17B-08A1-0196-EA8474B7AA90}"/>
          </ac:graphicFrameMkLst>
        </pc:graphicFrameChg>
      </pc:sldChg>
      <pc:sldChg chg="addSp delSp modSp new mod">
        <pc:chgData name="(Student  C00290924) Dachi Dzeria" userId="d9cf6cb5-31b2-4092-8c35-5f49078da41d" providerId="ADAL" clId="{6AB98AE9-E361-4C9B-9D50-3B82B78DB450}" dt="2026-04-24T11:59:11.991" v="6344" actId="122"/>
        <pc:sldMkLst>
          <pc:docMk/>
          <pc:sldMk cId="848232601" sldId="293"/>
        </pc:sldMkLst>
        <pc:spChg chg="mod">
          <ac:chgData name="(Student  C00290924) Dachi Dzeria" userId="d9cf6cb5-31b2-4092-8c35-5f49078da41d" providerId="ADAL" clId="{6AB98AE9-E361-4C9B-9D50-3B82B78DB450}" dt="2026-04-24T11:59:11.991" v="6344" actId="122"/>
          <ac:spMkLst>
            <pc:docMk/>
            <pc:sldMk cId="848232601" sldId="293"/>
            <ac:spMk id="2" creationId="{9C895480-2AC7-1A12-2FBE-AD2068125A87}"/>
          </ac:spMkLst>
        </pc:spChg>
        <pc:picChg chg="add mod">
          <ac:chgData name="(Student  C00290924) Dachi Dzeria" userId="d9cf6cb5-31b2-4092-8c35-5f49078da41d" providerId="ADAL" clId="{6AB98AE9-E361-4C9B-9D50-3B82B78DB450}" dt="2026-04-24T11:59:10.064" v="6343" actId="1440"/>
          <ac:picMkLst>
            <pc:docMk/>
            <pc:sldMk cId="848232601" sldId="293"/>
            <ac:picMk id="7" creationId="{F0D7BE66-6DC2-35A3-75F5-D2D931E997D6}"/>
          </ac:picMkLst>
        </pc:picChg>
      </pc:sldChg>
      <pc:sldChg chg="addSp delSp modSp new mod">
        <pc:chgData name="(Student  C00290924) Dachi Dzeria" userId="d9cf6cb5-31b2-4092-8c35-5f49078da41d" providerId="ADAL" clId="{6AB98AE9-E361-4C9B-9D50-3B82B78DB450}" dt="2026-04-24T12:12:18.261" v="6587" actId="108"/>
        <pc:sldMkLst>
          <pc:docMk/>
          <pc:sldMk cId="229289934" sldId="294"/>
        </pc:sldMkLst>
        <pc:spChg chg="mod">
          <ac:chgData name="(Student  C00290924) Dachi Dzeria" userId="d9cf6cb5-31b2-4092-8c35-5f49078da41d" providerId="ADAL" clId="{6AB98AE9-E361-4C9B-9D50-3B82B78DB450}" dt="2026-04-24T12:06:46.660" v="6487" actId="26606"/>
          <ac:spMkLst>
            <pc:docMk/>
            <pc:sldMk cId="229289934" sldId="294"/>
            <ac:spMk id="2" creationId="{8C491139-75BB-12C3-6CAB-B75F7E8F399B}"/>
          </ac:spMkLst>
        </pc:spChg>
        <pc:spChg chg="mod">
          <ac:chgData name="(Student  C00290924) Dachi Dzeria" userId="d9cf6cb5-31b2-4092-8c35-5f49078da41d" providerId="ADAL" clId="{6AB98AE9-E361-4C9B-9D50-3B82B78DB450}" dt="2026-04-24T12:06:46.660" v="6487" actId="26606"/>
          <ac:spMkLst>
            <pc:docMk/>
            <pc:sldMk cId="229289934" sldId="294"/>
            <ac:spMk id="4" creationId="{D325C09E-9D4B-F890-D07C-DF20C88DBEBB}"/>
          </ac:spMkLst>
        </pc:spChg>
        <pc:spChg chg="mod">
          <ac:chgData name="(Student  C00290924) Dachi Dzeria" userId="d9cf6cb5-31b2-4092-8c35-5f49078da41d" providerId="ADAL" clId="{6AB98AE9-E361-4C9B-9D50-3B82B78DB450}" dt="2026-04-24T12:06:46.660" v="6487" actId="26606"/>
          <ac:spMkLst>
            <pc:docMk/>
            <pc:sldMk cId="229289934" sldId="294"/>
            <ac:spMk id="5" creationId="{AB1B94C1-40FC-0646-BC7F-5882E2ADB086}"/>
          </ac:spMkLst>
        </pc:spChg>
        <pc:graphicFrameChg chg="add mod modGraphic">
          <ac:chgData name="(Student  C00290924) Dachi Dzeria" userId="d9cf6cb5-31b2-4092-8c35-5f49078da41d" providerId="ADAL" clId="{6AB98AE9-E361-4C9B-9D50-3B82B78DB450}" dt="2026-04-24T12:12:18.261" v="6587" actId="108"/>
          <ac:graphicFrameMkLst>
            <pc:docMk/>
            <pc:sldMk cId="229289934" sldId="294"/>
            <ac:graphicFrameMk id="21" creationId="{12AA0D89-120A-70A3-D86D-31D0D2590F5B}"/>
          </ac:graphicFrameMkLst>
        </pc:graphicFrameChg>
      </pc:sldChg>
      <pc:sldChg chg="addSp delSp modSp add mod">
        <pc:chgData name="(Student  C00290924) Dachi Dzeria" userId="d9cf6cb5-31b2-4092-8c35-5f49078da41d" providerId="ADAL" clId="{6AB98AE9-E361-4C9B-9D50-3B82B78DB450}" dt="2026-04-25T15:09:55.589" v="7726" actId="20577"/>
        <pc:sldMkLst>
          <pc:docMk/>
          <pc:sldMk cId="3691598896" sldId="296"/>
        </pc:sldMkLst>
        <pc:graphicFrameChg chg="add mod modGraphic">
          <ac:chgData name="(Student  C00290924) Dachi Dzeria" userId="d9cf6cb5-31b2-4092-8c35-5f49078da41d" providerId="ADAL" clId="{6AB98AE9-E361-4C9B-9D50-3B82B78DB450}" dt="2026-04-25T15:08:43.719" v="7691" actId="20577"/>
          <ac:graphicFrameMkLst>
            <pc:docMk/>
            <pc:sldMk cId="3691598896" sldId="296"/>
            <ac:graphicFrameMk id="7" creationId="{7DB406B7-7403-B9B5-2ACF-9FD548C831C5}"/>
          </ac:graphicFrameMkLst>
        </pc:graphicFrameChg>
        <pc:graphicFrameChg chg="add mod modGraphic">
          <ac:chgData name="(Student  C00290924) Dachi Dzeria" userId="d9cf6cb5-31b2-4092-8c35-5f49078da41d" providerId="ADAL" clId="{6AB98AE9-E361-4C9B-9D50-3B82B78DB450}" dt="2026-04-25T15:08:54.540" v="7696" actId="20577"/>
          <ac:graphicFrameMkLst>
            <pc:docMk/>
            <pc:sldMk cId="3691598896" sldId="296"/>
            <ac:graphicFrameMk id="11" creationId="{6BC63657-88D9-CF01-37CF-F2357DCBC329}"/>
          </ac:graphicFrameMkLst>
        </pc:graphicFrameChg>
        <pc:graphicFrameChg chg="add mod modGraphic">
          <ac:chgData name="(Student  C00290924) Dachi Dzeria" userId="d9cf6cb5-31b2-4092-8c35-5f49078da41d" providerId="ADAL" clId="{6AB98AE9-E361-4C9B-9D50-3B82B78DB450}" dt="2026-04-25T15:08:59.720" v="7701" actId="20577"/>
          <ac:graphicFrameMkLst>
            <pc:docMk/>
            <pc:sldMk cId="3691598896" sldId="296"/>
            <ac:graphicFrameMk id="17" creationId="{E40D4E7F-E1C5-42D7-CD8C-36C6E8978D2F}"/>
          </ac:graphicFrameMkLst>
        </pc:graphicFrameChg>
        <pc:graphicFrameChg chg="add mod modGraphic">
          <ac:chgData name="(Student  C00290924) Dachi Dzeria" userId="d9cf6cb5-31b2-4092-8c35-5f49078da41d" providerId="ADAL" clId="{6AB98AE9-E361-4C9B-9D50-3B82B78DB450}" dt="2026-04-25T15:09:27.875" v="7712" actId="14100"/>
          <ac:graphicFrameMkLst>
            <pc:docMk/>
            <pc:sldMk cId="3691598896" sldId="296"/>
            <ac:graphicFrameMk id="19" creationId="{305ACD9D-9F53-BB96-FBB4-6E697456EEB6}"/>
          </ac:graphicFrameMkLst>
        </pc:graphicFrameChg>
        <pc:graphicFrameChg chg="add mod modGraphic">
          <ac:chgData name="(Student  C00290924) Dachi Dzeria" userId="d9cf6cb5-31b2-4092-8c35-5f49078da41d" providerId="ADAL" clId="{6AB98AE9-E361-4C9B-9D50-3B82B78DB450}" dt="2026-04-25T15:09:44.171" v="7718" actId="20577"/>
          <ac:graphicFrameMkLst>
            <pc:docMk/>
            <pc:sldMk cId="3691598896" sldId="296"/>
            <ac:graphicFrameMk id="21" creationId="{440BC1C3-3D24-057B-F9C6-79ECFBA0CA1D}"/>
          </ac:graphicFrameMkLst>
        </pc:graphicFrameChg>
        <pc:graphicFrameChg chg="add mod modGraphic">
          <ac:chgData name="(Student  C00290924) Dachi Dzeria" userId="d9cf6cb5-31b2-4092-8c35-5f49078da41d" providerId="ADAL" clId="{6AB98AE9-E361-4C9B-9D50-3B82B78DB450}" dt="2026-04-25T15:09:55.589" v="7726" actId="20577"/>
          <ac:graphicFrameMkLst>
            <pc:docMk/>
            <pc:sldMk cId="3691598896" sldId="296"/>
            <ac:graphicFrameMk id="23" creationId="{68237C03-AF8F-FD3F-140F-9DF0E008FA47}"/>
          </ac:graphicFrameMkLst>
        </pc:graphicFrameChg>
      </pc:sldChg>
      <pc:sldChg chg="modSp add mod">
        <pc:chgData name="(Student  C00290924) Dachi Dzeria" userId="d9cf6cb5-31b2-4092-8c35-5f49078da41d" providerId="ADAL" clId="{6AB98AE9-E361-4C9B-9D50-3B82B78DB450}" dt="2026-04-24T12:30:55.696" v="6821" actId="20577"/>
        <pc:sldMkLst>
          <pc:docMk/>
          <pc:sldMk cId="4073725580" sldId="297"/>
        </pc:sldMkLst>
        <pc:spChg chg="mod">
          <ac:chgData name="(Student  C00290924) Dachi Dzeria" userId="d9cf6cb5-31b2-4092-8c35-5f49078da41d" providerId="ADAL" clId="{6AB98AE9-E361-4C9B-9D50-3B82B78DB450}" dt="2026-04-24T12:28:14.606" v="6803" actId="20577"/>
          <ac:spMkLst>
            <pc:docMk/>
            <pc:sldMk cId="4073725580" sldId="297"/>
            <ac:spMk id="2" creationId="{EA1B80CA-FB4F-C20E-FA6E-7F6D29255614}"/>
          </ac:spMkLst>
        </pc:spChg>
        <pc:graphicFrameChg chg="mod modGraphic">
          <ac:chgData name="(Student  C00290924) Dachi Dzeria" userId="d9cf6cb5-31b2-4092-8c35-5f49078da41d" providerId="ADAL" clId="{6AB98AE9-E361-4C9B-9D50-3B82B78DB450}" dt="2026-04-24T12:28:36.143" v="6809" actId="255"/>
          <ac:graphicFrameMkLst>
            <pc:docMk/>
            <pc:sldMk cId="4073725580" sldId="297"/>
            <ac:graphicFrameMk id="11" creationId="{E76B9761-10C9-4BD5-40BA-84F6C616C0D4}"/>
          </ac:graphicFrameMkLst>
        </pc:graphicFrameChg>
        <pc:graphicFrameChg chg="mod modGraphic">
          <ac:chgData name="(Student  C00290924) Dachi Dzeria" userId="d9cf6cb5-31b2-4092-8c35-5f49078da41d" providerId="ADAL" clId="{6AB98AE9-E361-4C9B-9D50-3B82B78DB450}" dt="2026-04-24T12:30:55.696" v="6821" actId="20577"/>
          <ac:graphicFrameMkLst>
            <pc:docMk/>
            <pc:sldMk cId="4073725580" sldId="297"/>
            <ac:graphicFrameMk id="13" creationId="{0A164F3C-8FD0-5541-2B25-6DC8035F5693}"/>
          </ac:graphicFrameMkLst>
        </pc:graphicFrameChg>
        <pc:graphicFrameChg chg="mod modGraphic">
          <ac:chgData name="(Student  C00290924) Dachi Dzeria" userId="d9cf6cb5-31b2-4092-8c35-5f49078da41d" providerId="ADAL" clId="{6AB98AE9-E361-4C9B-9D50-3B82B78DB450}" dt="2026-04-24T12:30:38.257" v="6811" actId="255"/>
          <ac:graphicFrameMkLst>
            <pc:docMk/>
            <pc:sldMk cId="4073725580" sldId="297"/>
            <ac:graphicFrameMk id="15" creationId="{4D260C1E-A5C1-AD77-7D81-66EB117F2B2D}"/>
          </ac:graphicFrameMkLst>
        </pc:graphicFrameChg>
      </pc:sldChg>
      <pc:sldChg chg="modSp add mod">
        <pc:chgData name="(Student  C00290924) Dachi Dzeria" userId="d9cf6cb5-31b2-4092-8c35-5f49078da41d" providerId="ADAL" clId="{6AB98AE9-E361-4C9B-9D50-3B82B78DB450}" dt="2026-04-24T12:34:43.358" v="6916" actId="255"/>
        <pc:sldMkLst>
          <pc:docMk/>
          <pc:sldMk cId="3599407289" sldId="298"/>
        </pc:sldMkLst>
        <pc:spChg chg="mod">
          <ac:chgData name="(Student  C00290924) Dachi Dzeria" userId="d9cf6cb5-31b2-4092-8c35-5f49078da41d" providerId="ADAL" clId="{6AB98AE9-E361-4C9B-9D50-3B82B78DB450}" dt="2026-04-24T12:31:36.466" v="6832" actId="20577"/>
          <ac:spMkLst>
            <pc:docMk/>
            <pc:sldMk cId="3599407289" sldId="298"/>
            <ac:spMk id="2" creationId="{56DAF2E6-5DE7-F8DA-BB0E-612A506B94F4}"/>
          </ac:spMkLst>
        </pc:spChg>
        <pc:graphicFrameChg chg="mod modGraphic">
          <ac:chgData name="(Student  C00290924) Dachi Dzeria" userId="d9cf6cb5-31b2-4092-8c35-5f49078da41d" providerId="ADAL" clId="{6AB98AE9-E361-4C9B-9D50-3B82B78DB450}" dt="2026-04-24T12:34:43.358" v="6916" actId="255"/>
          <ac:graphicFrameMkLst>
            <pc:docMk/>
            <pc:sldMk cId="3599407289" sldId="298"/>
            <ac:graphicFrameMk id="11" creationId="{108A16B8-6B9E-B552-5995-014D46830D17}"/>
          </ac:graphicFrameMkLst>
        </pc:graphicFrameChg>
        <pc:graphicFrameChg chg="mod modGraphic">
          <ac:chgData name="(Student  C00290924) Dachi Dzeria" userId="d9cf6cb5-31b2-4092-8c35-5f49078da41d" providerId="ADAL" clId="{6AB98AE9-E361-4C9B-9D50-3B82B78DB450}" dt="2026-04-24T12:32:00.695" v="6853" actId="20577"/>
          <ac:graphicFrameMkLst>
            <pc:docMk/>
            <pc:sldMk cId="3599407289" sldId="298"/>
            <ac:graphicFrameMk id="13" creationId="{0DEFF0B7-AB71-CB85-36AE-410B005235A3}"/>
          </ac:graphicFrameMkLst>
        </pc:graphicFrameChg>
        <pc:graphicFrameChg chg="mod modGraphic">
          <ac:chgData name="(Student  C00290924) Dachi Dzeria" userId="d9cf6cb5-31b2-4092-8c35-5f49078da41d" providerId="ADAL" clId="{6AB98AE9-E361-4C9B-9D50-3B82B78DB450}" dt="2026-04-24T12:34:00.440" v="6885" actId="14734"/>
          <ac:graphicFrameMkLst>
            <pc:docMk/>
            <pc:sldMk cId="3599407289" sldId="298"/>
            <ac:graphicFrameMk id="15" creationId="{5D4CC550-9EBF-D153-0BAC-DC9EC205D2AC}"/>
          </ac:graphicFrameMkLst>
        </pc:graphicFrameChg>
      </pc:sldChg>
      <pc:sldChg chg="modSp add mod">
        <pc:chgData name="(Student  C00290924) Dachi Dzeria" userId="d9cf6cb5-31b2-4092-8c35-5f49078da41d" providerId="ADAL" clId="{6AB98AE9-E361-4C9B-9D50-3B82B78DB450}" dt="2026-04-24T12:37:34.637" v="6950" actId="255"/>
        <pc:sldMkLst>
          <pc:docMk/>
          <pc:sldMk cId="2930115582" sldId="299"/>
        </pc:sldMkLst>
        <pc:spChg chg="mod">
          <ac:chgData name="(Student  C00290924) Dachi Dzeria" userId="d9cf6cb5-31b2-4092-8c35-5f49078da41d" providerId="ADAL" clId="{6AB98AE9-E361-4C9B-9D50-3B82B78DB450}" dt="2026-04-24T12:34:22.321" v="6914" actId="20577"/>
          <ac:spMkLst>
            <pc:docMk/>
            <pc:sldMk cId="2930115582" sldId="299"/>
            <ac:spMk id="2" creationId="{5E31CABC-C496-505E-7017-27A5E8FA8D8E}"/>
          </ac:spMkLst>
        </pc:spChg>
        <pc:graphicFrameChg chg="mod modGraphic">
          <ac:chgData name="(Student  C00290924) Dachi Dzeria" userId="d9cf6cb5-31b2-4092-8c35-5f49078da41d" providerId="ADAL" clId="{6AB98AE9-E361-4C9B-9D50-3B82B78DB450}" dt="2026-04-24T12:35:14.818" v="6918" actId="255"/>
          <ac:graphicFrameMkLst>
            <pc:docMk/>
            <pc:sldMk cId="2930115582" sldId="299"/>
            <ac:graphicFrameMk id="11" creationId="{115A2B7B-3367-4473-9CCC-8BA8704687DF}"/>
          </ac:graphicFrameMkLst>
        </pc:graphicFrameChg>
        <pc:graphicFrameChg chg="mod modGraphic">
          <ac:chgData name="(Student  C00290924) Dachi Dzeria" userId="d9cf6cb5-31b2-4092-8c35-5f49078da41d" providerId="ADAL" clId="{6AB98AE9-E361-4C9B-9D50-3B82B78DB450}" dt="2026-04-24T12:35:46.053" v="6948" actId="20577"/>
          <ac:graphicFrameMkLst>
            <pc:docMk/>
            <pc:sldMk cId="2930115582" sldId="299"/>
            <ac:graphicFrameMk id="13" creationId="{7EDBD84A-1F1B-9546-3D48-4535FFAE2E70}"/>
          </ac:graphicFrameMkLst>
        </pc:graphicFrameChg>
        <pc:graphicFrameChg chg="mod modGraphic">
          <ac:chgData name="(Student  C00290924) Dachi Dzeria" userId="d9cf6cb5-31b2-4092-8c35-5f49078da41d" providerId="ADAL" clId="{6AB98AE9-E361-4C9B-9D50-3B82B78DB450}" dt="2026-04-24T12:37:34.637" v="6950" actId="255"/>
          <ac:graphicFrameMkLst>
            <pc:docMk/>
            <pc:sldMk cId="2930115582" sldId="299"/>
            <ac:graphicFrameMk id="15" creationId="{97522750-707E-FA98-59EF-9D9D34971394}"/>
          </ac:graphicFrameMkLst>
        </pc:graphicFrameChg>
      </pc:sldChg>
      <pc:sldChg chg="modSp add mod">
        <pc:chgData name="(Student  C00290924) Dachi Dzeria" userId="d9cf6cb5-31b2-4092-8c35-5f49078da41d" providerId="ADAL" clId="{6AB98AE9-E361-4C9B-9D50-3B82B78DB450}" dt="2026-04-24T12:38:18.078" v="6966" actId="255"/>
        <pc:sldMkLst>
          <pc:docMk/>
          <pc:sldMk cId="1057684548" sldId="300"/>
        </pc:sldMkLst>
        <pc:spChg chg="mod">
          <ac:chgData name="(Student  C00290924) Dachi Dzeria" userId="d9cf6cb5-31b2-4092-8c35-5f49078da41d" providerId="ADAL" clId="{6AB98AE9-E361-4C9B-9D50-3B82B78DB450}" dt="2026-04-24T12:37:43.769" v="6962" actId="20577"/>
          <ac:spMkLst>
            <pc:docMk/>
            <pc:sldMk cId="1057684548" sldId="300"/>
            <ac:spMk id="2" creationId="{C4BF1E3E-081B-EFAB-BAE0-CCF48C0E48D1}"/>
          </ac:spMkLst>
        </pc:spChg>
        <pc:graphicFrameChg chg="mod modGraphic">
          <ac:chgData name="(Student  C00290924) Dachi Dzeria" userId="d9cf6cb5-31b2-4092-8c35-5f49078da41d" providerId="ADAL" clId="{6AB98AE9-E361-4C9B-9D50-3B82B78DB450}" dt="2026-04-24T12:37:53.669" v="6964" actId="255"/>
          <ac:graphicFrameMkLst>
            <pc:docMk/>
            <pc:sldMk cId="1057684548" sldId="300"/>
            <ac:graphicFrameMk id="11" creationId="{78B4F1DA-F02C-467B-8596-47F12D5EB083}"/>
          </ac:graphicFrameMkLst>
        </pc:graphicFrameChg>
        <pc:graphicFrameChg chg="mod modGraphic">
          <ac:chgData name="(Student  C00290924) Dachi Dzeria" userId="d9cf6cb5-31b2-4092-8c35-5f49078da41d" providerId="ADAL" clId="{6AB98AE9-E361-4C9B-9D50-3B82B78DB450}" dt="2026-04-24T12:38:18.078" v="6966" actId="255"/>
          <ac:graphicFrameMkLst>
            <pc:docMk/>
            <pc:sldMk cId="1057684548" sldId="300"/>
            <ac:graphicFrameMk id="15" creationId="{397D5CA4-6DCA-B2D2-7A1D-D1392D7EAA98}"/>
          </ac:graphicFrameMkLst>
        </pc:graphicFrameChg>
      </pc:sldChg>
      <pc:sldChg chg="modSp new mod">
        <pc:chgData name="(Student  C00290924) Dachi Dzeria" userId="d9cf6cb5-31b2-4092-8c35-5f49078da41d" providerId="ADAL" clId="{6AB98AE9-E361-4C9B-9D50-3B82B78DB450}" dt="2026-04-25T15:12:10.846" v="7738" actId="14100"/>
        <pc:sldMkLst>
          <pc:docMk/>
          <pc:sldMk cId="3281258294" sldId="301"/>
        </pc:sldMkLst>
        <pc:spChg chg="mod">
          <ac:chgData name="(Student  C00290924) Dachi Dzeria" userId="d9cf6cb5-31b2-4092-8c35-5f49078da41d" providerId="ADAL" clId="{6AB98AE9-E361-4C9B-9D50-3B82B78DB450}" dt="2026-04-24T12:49:07.825" v="7196" actId="20577"/>
          <ac:spMkLst>
            <pc:docMk/>
            <pc:sldMk cId="3281258294" sldId="301"/>
            <ac:spMk id="2" creationId="{937A4BA6-4F29-3FE2-D78E-CBC3A624304D}"/>
          </ac:spMkLst>
        </pc:spChg>
        <pc:spChg chg="mod">
          <ac:chgData name="(Student  C00290924) Dachi Dzeria" userId="d9cf6cb5-31b2-4092-8c35-5f49078da41d" providerId="ADAL" clId="{6AB98AE9-E361-4C9B-9D50-3B82B78DB450}" dt="2026-04-25T15:12:10.846" v="7738" actId="14100"/>
          <ac:spMkLst>
            <pc:docMk/>
            <pc:sldMk cId="3281258294" sldId="301"/>
            <ac:spMk id="3" creationId="{16D3A8C4-879D-96DB-0A30-64A13EDC3651}"/>
          </ac:spMkLst>
        </pc:spChg>
      </pc:sldChg>
      <pc:sldChg chg="modSp add del mod">
        <pc:chgData name="(Student  C00290924) Dachi Dzeria" userId="d9cf6cb5-31b2-4092-8c35-5f49078da41d" providerId="ADAL" clId="{6AB98AE9-E361-4C9B-9D50-3B82B78DB450}" dt="2026-04-25T15:02:42.457" v="7623" actId="47"/>
        <pc:sldMkLst>
          <pc:docMk/>
          <pc:sldMk cId="3077565338" sldId="302"/>
        </pc:sldMkLst>
        <pc:spChg chg="mod">
          <ac:chgData name="(Student  C00290924) Dachi Dzeria" userId="d9cf6cb5-31b2-4092-8c35-5f49078da41d" providerId="ADAL" clId="{6AB98AE9-E361-4C9B-9D50-3B82B78DB450}" dt="2026-04-25T15:02:39.923" v="7622" actId="20577"/>
          <ac:spMkLst>
            <pc:docMk/>
            <pc:sldMk cId="3077565338" sldId="302"/>
            <ac:spMk id="3" creationId="{4949350B-989D-FC04-9F10-F4FE0D328F5B}"/>
          </ac:spMkLst>
        </pc:spChg>
      </pc:sldChg>
      <pc:sldChg chg="modSp add mod">
        <pc:chgData name="(Student  C00290924) Dachi Dzeria" userId="d9cf6cb5-31b2-4092-8c35-5f49078da41d" providerId="ADAL" clId="{6AB98AE9-E361-4C9B-9D50-3B82B78DB450}" dt="2026-04-25T15:03:01.193" v="7629"/>
        <pc:sldMkLst>
          <pc:docMk/>
          <pc:sldMk cId="2222906376" sldId="303"/>
        </pc:sldMkLst>
        <pc:spChg chg="mod">
          <ac:chgData name="(Student  C00290924) Dachi Dzeria" userId="d9cf6cb5-31b2-4092-8c35-5f49078da41d" providerId="ADAL" clId="{6AB98AE9-E361-4C9B-9D50-3B82B78DB450}" dt="2026-04-25T15:03:01.193" v="7629"/>
          <ac:spMkLst>
            <pc:docMk/>
            <pc:sldMk cId="2222906376" sldId="303"/>
            <ac:spMk id="3" creationId="{21FDC9B8-14AD-609B-6EA6-959F4D3739B0}"/>
          </ac:spMkLst>
        </pc:spChg>
      </pc:sldChg>
      <pc:sldChg chg="modSp add mod">
        <pc:chgData name="(Student  C00290924) Dachi Dzeria" userId="d9cf6cb5-31b2-4092-8c35-5f49078da41d" providerId="ADAL" clId="{6AB98AE9-E361-4C9B-9D50-3B82B78DB450}" dt="2026-04-25T15:26:41.726" v="7762"/>
        <pc:sldMkLst>
          <pc:docMk/>
          <pc:sldMk cId="1718353697" sldId="304"/>
        </pc:sldMkLst>
        <pc:spChg chg="mod">
          <ac:chgData name="(Student  C00290924) Dachi Dzeria" userId="d9cf6cb5-31b2-4092-8c35-5f49078da41d" providerId="ADAL" clId="{6AB98AE9-E361-4C9B-9D50-3B82B78DB450}" dt="2026-04-25T15:26:41.726" v="7762"/>
          <ac:spMkLst>
            <pc:docMk/>
            <pc:sldMk cId="1718353697" sldId="304"/>
            <ac:spMk id="3" creationId="{85E79420-C25E-CB4A-8B43-13232F7881A1}"/>
          </ac:spMkLst>
        </pc:spChg>
      </pc:sldChg>
      <pc:sldMasterChg chg="modSp modSldLayout">
        <pc:chgData name="(Student  C00290924) Dachi Dzeria" userId="d9cf6cb5-31b2-4092-8c35-5f49078da41d" providerId="ADAL" clId="{6AB98AE9-E361-4C9B-9D50-3B82B78DB450}" dt="2026-04-23T15:29:20.768" v="1312" actId="2711"/>
        <pc:sldMasterMkLst>
          <pc:docMk/>
          <pc:sldMasterMk cId="1758499248" sldId="2147483648"/>
        </pc:sldMasterMkLst>
        <pc:sldLayoutChg chg="modSp mod">
          <pc:chgData name="(Student  C00290924) Dachi Dzeria" userId="d9cf6cb5-31b2-4092-8c35-5f49078da41d" providerId="ADAL" clId="{6AB98AE9-E361-4C9B-9D50-3B82B78DB450}" dt="2026-04-23T15:29:11.636" v="1310" actId="2711"/>
          <pc:sldLayoutMkLst>
            <pc:docMk/>
            <pc:sldMasterMk cId="1758499248" sldId="2147483648"/>
            <pc:sldLayoutMk cId="4047301106" sldId="2147483649"/>
          </pc:sldLayoutMkLst>
          <pc:spChg chg="mod">
            <ac:chgData name="(Student  C00290924) Dachi Dzeria" userId="d9cf6cb5-31b2-4092-8c35-5f49078da41d" providerId="ADAL" clId="{6AB98AE9-E361-4C9B-9D50-3B82B78DB450}" dt="2026-04-23T15:29:10.579" v="1309" actId="2711"/>
            <ac:spMkLst>
              <pc:docMk/>
              <pc:sldMasterMk cId="1758499248" sldId="2147483648"/>
              <pc:sldLayoutMk cId="4047301106" sldId="2147483649"/>
              <ac:spMk id="2" creationId="{C1866A5F-314C-B981-76A3-E0B5579EE11F}"/>
            </ac:spMkLst>
          </pc:spChg>
          <pc:spChg chg="mod">
            <ac:chgData name="(Student  C00290924) Dachi Dzeria" userId="d9cf6cb5-31b2-4092-8c35-5f49078da41d" providerId="ADAL" clId="{6AB98AE9-E361-4C9B-9D50-3B82B78DB450}" dt="2026-04-23T15:29:11.636" v="1310" actId="2711"/>
            <ac:spMkLst>
              <pc:docMk/>
              <pc:sldMasterMk cId="1758499248" sldId="2147483648"/>
              <pc:sldLayoutMk cId="4047301106" sldId="2147483649"/>
              <ac:spMk id="3" creationId="{CAC95CE1-AFC9-2B41-EA6C-0E0E9E8B83E0}"/>
            </ac:spMkLst>
          </pc:spChg>
        </pc:sldLayoutChg>
        <pc:sldLayoutChg chg="addSp modSp mod">
          <pc:chgData name="(Student  C00290924) Dachi Dzeria" userId="d9cf6cb5-31b2-4092-8c35-5f49078da41d" providerId="ADAL" clId="{6AB98AE9-E361-4C9B-9D50-3B82B78DB450}" dt="2026-04-23T15:21:49.105" v="1228" actId="2711"/>
          <pc:sldLayoutMkLst>
            <pc:docMk/>
            <pc:sldMasterMk cId="1758499248" sldId="2147483648"/>
            <pc:sldLayoutMk cId="1649432736" sldId="2147483650"/>
          </pc:sldLayoutMkLst>
          <pc:spChg chg="mod">
            <ac:chgData name="(Student  C00290924) Dachi Dzeria" userId="d9cf6cb5-31b2-4092-8c35-5f49078da41d" providerId="ADAL" clId="{6AB98AE9-E361-4C9B-9D50-3B82B78DB450}" dt="2026-04-23T15:21:46.608" v="1227" actId="2711"/>
            <ac:spMkLst>
              <pc:docMk/>
              <pc:sldMasterMk cId="1758499248" sldId="2147483648"/>
              <pc:sldLayoutMk cId="1649432736" sldId="2147483650"/>
              <ac:spMk id="2" creationId="{8D2C6769-9AB9-FB7E-5EC1-8E03A5C91122}"/>
            </ac:spMkLst>
          </pc:spChg>
          <pc:spChg chg="mod">
            <ac:chgData name="(Student  C00290924) Dachi Dzeria" userId="d9cf6cb5-31b2-4092-8c35-5f49078da41d" providerId="ADAL" clId="{6AB98AE9-E361-4C9B-9D50-3B82B78DB450}" dt="2026-04-23T15:21:49.105" v="1228" actId="2711"/>
            <ac:spMkLst>
              <pc:docMk/>
              <pc:sldMasterMk cId="1758499248" sldId="2147483648"/>
              <pc:sldLayoutMk cId="1649432736" sldId="2147483650"/>
              <ac:spMk id="3" creationId="{BCA3BF86-DB09-BFF2-E5CB-372A7279D22E}"/>
            </ac:spMkLst>
          </pc:spChg>
          <pc:picChg chg="add mod">
            <ac:chgData name="(Student  C00290924) Dachi Dzeria" userId="d9cf6cb5-31b2-4092-8c35-5f49078da41d" providerId="ADAL" clId="{6AB98AE9-E361-4C9B-9D50-3B82B78DB450}" dt="2026-04-23T15:07:11.426" v="1036"/>
            <ac:picMkLst>
              <pc:docMk/>
              <pc:sldMasterMk cId="1758499248" sldId="2147483648"/>
              <pc:sldLayoutMk cId="1649432736" sldId="2147483650"/>
              <ac:picMk id="7" creationId="{3D7F05F9-28DA-F852-55C9-A144F21ED117}"/>
            </ac:picMkLst>
          </pc:picChg>
        </pc:sldLayoutChg>
        <pc:sldLayoutChg chg="modSp mod">
          <pc:chgData name="(Student  C00290924) Dachi Dzeria" userId="d9cf6cb5-31b2-4092-8c35-5f49078da41d" providerId="ADAL" clId="{6AB98AE9-E361-4C9B-9D50-3B82B78DB450}" dt="2026-04-23T15:29:20.768" v="1312" actId="2711"/>
          <pc:sldLayoutMkLst>
            <pc:docMk/>
            <pc:sldMasterMk cId="1758499248" sldId="2147483648"/>
            <pc:sldLayoutMk cId="251795953" sldId="2147483651"/>
          </pc:sldLayoutMkLst>
          <pc:spChg chg="mod">
            <ac:chgData name="(Student  C00290924) Dachi Dzeria" userId="d9cf6cb5-31b2-4092-8c35-5f49078da41d" providerId="ADAL" clId="{6AB98AE9-E361-4C9B-9D50-3B82B78DB450}" dt="2026-04-23T15:29:20.768" v="1312" actId="2711"/>
            <ac:spMkLst>
              <pc:docMk/>
              <pc:sldMasterMk cId="1758499248" sldId="2147483648"/>
              <pc:sldLayoutMk cId="251795953" sldId="2147483651"/>
              <ac:spMk id="2" creationId="{A33ADB85-B4CE-4FCA-D2A2-96A5649BF500}"/>
            </ac:spMkLst>
          </pc:spChg>
          <pc:spChg chg="mod">
            <ac:chgData name="(Student  C00290924) Dachi Dzeria" userId="d9cf6cb5-31b2-4092-8c35-5f49078da41d" providerId="ADAL" clId="{6AB98AE9-E361-4C9B-9D50-3B82B78DB450}" dt="2026-04-23T15:29:19.912" v="1311" actId="2711"/>
            <ac:spMkLst>
              <pc:docMk/>
              <pc:sldMasterMk cId="1758499248" sldId="2147483648"/>
              <pc:sldLayoutMk cId="251795953" sldId="2147483651"/>
              <ac:spMk id="3" creationId="{C2438FDA-8B31-EBC1-C072-D6B51F7BA15F}"/>
            </ac:spMkLst>
          </pc:spChg>
        </pc:sldLayoutChg>
        <pc:sldLayoutChg chg="modSp mod">
          <pc:chgData name="(Student  C00290924) Dachi Dzeria" userId="d9cf6cb5-31b2-4092-8c35-5f49078da41d" providerId="ADAL" clId="{6AB98AE9-E361-4C9B-9D50-3B82B78DB450}" dt="2026-04-23T15:28:25.252" v="1293" actId="2711"/>
          <pc:sldLayoutMkLst>
            <pc:docMk/>
            <pc:sldMasterMk cId="1758499248" sldId="2147483648"/>
            <pc:sldLayoutMk cId="1212773137" sldId="2147483652"/>
          </pc:sldLayoutMkLst>
          <pc:spChg chg="mod">
            <ac:chgData name="(Student  C00290924) Dachi Dzeria" userId="d9cf6cb5-31b2-4092-8c35-5f49078da41d" providerId="ADAL" clId="{6AB98AE9-E361-4C9B-9D50-3B82B78DB450}" dt="2026-04-23T15:28:25.252" v="1293" actId="2711"/>
            <ac:spMkLst>
              <pc:docMk/>
              <pc:sldMasterMk cId="1758499248" sldId="2147483648"/>
              <pc:sldLayoutMk cId="1212773137" sldId="2147483652"/>
              <ac:spMk id="2" creationId="{70CB79AE-2D83-6D2D-F4AD-98D1CDA6C53E}"/>
            </ac:spMkLst>
          </pc:spChg>
          <pc:spChg chg="mod">
            <ac:chgData name="(Student  C00290924) Dachi Dzeria" userId="d9cf6cb5-31b2-4092-8c35-5f49078da41d" providerId="ADAL" clId="{6AB98AE9-E361-4C9B-9D50-3B82B78DB450}" dt="2026-04-23T15:28:20.226" v="1291" actId="2711"/>
            <ac:spMkLst>
              <pc:docMk/>
              <pc:sldMasterMk cId="1758499248" sldId="2147483648"/>
              <pc:sldLayoutMk cId="1212773137" sldId="2147483652"/>
              <ac:spMk id="3" creationId="{AF1FD6C7-2586-7A03-5539-B9B4EF9ED193}"/>
            </ac:spMkLst>
          </pc:spChg>
          <pc:spChg chg="mod">
            <ac:chgData name="(Student  C00290924) Dachi Dzeria" userId="d9cf6cb5-31b2-4092-8c35-5f49078da41d" providerId="ADAL" clId="{6AB98AE9-E361-4C9B-9D50-3B82B78DB450}" dt="2026-04-23T15:28:23.548" v="1292" actId="2711"/>
            <ac:spMkLst>
              <pc:docMk/>
              <pc:sldMasterMk cId="1758499248" sldId="2147483648"/>
              <pc:sldLayoutMk cId="1212773137" sldId="2147483652"/>
              <ac:spMk id="4" creationId="{CA27D6D0-E4D6-C674-42EF-6195702AD675}"/>
            </ac:spMkLst>
          </pc:spChg>
        </pc:sldLayoutChg>
        <pc:sldLayoutChg chg="modSp mod">
          <pc:chgData name="(Student  C00290924) Dachi Dzeria" userId="d9cf6cb5-31b2-4092-8c35-5f49078da41d" providerId="ADAL" clId="{6AB98AE9-E361-4C9B-9D50-3B82B78DB450}" dt="2026-04-23T15:28:35.188" v="1298" actId="2711"/>
          <pc:sldLayoutMkLst>
            <pc:docMk/>
            <pc:sldMasterMk cId="1758499248" sldId="2147483648"/>
            <pc:sldLayoutMk cId="418583213" sldId="2147483653"/>
          </pc:sldLayoutMkLst>
          <pc:spChg chg="mod">
            <ac:chgData name="(Student  C00290924) Dachi Dzeria" userId="d9cf6cb5-31b2-4092-8c35-5f49078da41d" providerId="ADAL" clId="{6AB98AE9-E361-4C9B-9D50-3B82B78DB450}" dt="2026-04-23T15:28:30.189" v="1295" actId="2711"/>
            <ac:spMkLst>
              <pc:docMk/>
              <pc:sldMasterMk cId="1758499248" sldId="2147483648"/>
              <pc:sldLayoutMk cId="418583213" sldId="2147483653"/>
              <ac:spMk id="2" creationId="{F918B56B-4E8F-08DB-82AF-3688AA50B478}"/>
            </ac:spMkLst>
          </pc:spChg>
          <pc:spChg chg="mod">
            <ac:chgData name="(Student  C00290924) Dachi Dzeria" userId="d9cf6cb5-31b2-4092-8c35-5f49078da41d" providerId="ADAL" clId="{6AB98AE9-E361-4C9B-9D50-3B82B78DB450}" dt="2026-04-23T15:28:31.192" v="1296" actId="2711"/>
            <ac:spMkLst>
              <pc:docMk/>
              <pc:sldMasterMk cId="1758499248" sldId="2147483648"/>
              <pc:sldLayoutMk cId="418583213" sldId="2147483653"/>
              <ac:spMk id="3" creationId="{B94B154B-E8E0-B7E3-BCF6-9092B134F8C8}"/>
            </ac:spMkLst>
          </pc:spChg>
          <pc:spChg chg="mod">
            <ac:chgData name="(Student  C00290924) Dachi Dzeria" userId="d9cf6cb5-31b2-4092-8c35-5f49078da41d" providerId="ADAL" clId="{6AB98AE9-E361-4C9B-9D50-3B82B78DB450}" dt="2026-04-23T15:28:33.705" v="1297" actId="2711"/>
            <ac:spMkLst>
              <pc:docMk/>
              <pc:sldMasterMk cId="1758499248" sldId="2147483648"/>
              <pc:sldLayoutMk cId="418583213" sldId="2147483653"/>
              <ac:spMk id="4" creationId="{E85CF852-AE54-236A-8066-04D1C1A6D5DA}"/>
            </ac:spMkLst>
          </pc:spChg>
          <pc:spChg chg="mod">
            <ac:chgData name="(Student  C00290924) Dachi Dzeria" userId="d9cf6cb5-31b2-4092-8c35-5f49078da41d" providerId="ADAL" clId="{6AB98AE9-E361-4C9B-9D50-3B82B78DB450}" dt="2026-04-23T15:28:35.188" v="1298" actId="2711"/>
            <ac:spMkLst>
              <pc:docMk/>
              <pc:sldMasterMk cId="1758499248" sldId="2147483648"/>
              <pc:sldLayoutMk cId="418583213" sldId="2147483653"/>
              <ac:spMk id="6" creationId="{B06E5277-55AC-18D7-4FE0-74BE85AB70E0}"/>
            </ac:spMkLst>
          </pc:spChg>
        </pc:sldLayoutChg>
        <pc:sldLayoutChg chg="modSp mod">
          <pc:chgData name="(Student  C00290924) Dachi Dzeria" userId="d9cf6cb5-31b2-4092-8c35-5f49078da41d" providerId="ADAL" clId="{6AB98AE9-E361-4C9B-9D50-3B82B78DB450}" dt="2026-04-23T15:28:37.485" v="1299" actId="2711"/>
          <pc:sldLayoutMkLst>
            <pc:docMk/>
            <pc:sldMasterMk cId="1758499248" sldId="2147483648"/>
            <pc:sldLayoutMk cId="2524402535" sldId="2147483654"/>
          </pc:sldLayoutMkLst>
          <pc:spChg chg="mod">
            <ac:chgData name="(Student  C00290924) Dachi Dzeria" userId="d9cf6cb5-31b2-4092-8c35-5f49078da41d" providerId="ADAL" clId="{6AB98AE9-E361-4C9B-9D50-3B82B78DB450}" dt="2026-04-23T15:28:37.485" v="1299" actId="2711"/>
            <ac:spMkLst>
              <pc:docMk/>
              <pc:sldMasterMk cId="1758499248" sldId="2147483648"/>
              <pc:sldLayoutMk cId="2524402535" sldId="2147483654"/>
              <ac:spMk id="2" creationId="{09DC59C5-5973-0DF4-25AF-C7F41CB68AFF}"/>
            </ac:spMkLst>
          </pc:spChg>
        </pc:sldLayoutChg>
        <pc:sldLayoutChg chg="modSp mod">
          <pc:chgData name="(Student  C00290924) Dachi Dzeria" userId="d9cf6cb5-31b2-4092-8c35-5f49078da41d" providerId="ADAL" clId="{6AB98AE9-E361-4C9B-9D50-3B82B78DB450}" dt="2026-04-23T15:28:43.860" v="1302" actId="2711"/>
          <pc:sldLayoutMkLst>
            <pc:docMk/>
            <pc:sldMasterMk cId="1758499248" sldId="2147483648"/>
            <pc:sldLayoutMk cId="2918353551" sldId="2147483656"/>
          </pc:sldLayoutMkLst>
          <pc:spChg chg="mod">
            <ac:chgData name="(Student  C00290924) Dachi Dzeria" userId="d9cf6cb5-31b2-4092-8c35-5f49078da41d" providerId="ADAL" clId="{6AB98AE9-E361-4C9B-9D50-3B82B78DB450}" dt="2026-04-23T15:28:40.523" v="1300" actId="2711"/>
            <ac:spMkLst>
              <pc:docMk/>
              <pc:sldMasterMk cId="1758499248" sldId="2147483648"/>
              <pc:sldLayoutMk cId="2918353551" sldId="2147483656"/>
              <ac:spMk id="2" creationId="{D93A8F4A-C150-1050-F26F-6121A4757871}"/>
            </ac:spMkLst>
          </pc:spChg>
          <pc:spChg chg="mod">
            <ac:chgData name="(Student  C00290924) Dachi Dzeria" userId="d9cf6cb5-31b2-4092-8c35-5f49078da41d" providerId="ADAL" clId="{6AB98AE9-E361-4C9B-9D50-3B82B78DB450}" dt="2026-04-23T15:28:42.437" v="1301" actId="2711"/>
            <ac:spMkLst>
              <pc:docMk/>
              <pc:sldMasterMk cId="1758499248" sldId="2147483648"/>
              <pc:sldLayoutMk cId="2918353551" sldId="2147483656"/>
              <ac:spMk id="3" creationId="{CAF2E087-E98A-47DD-9F7E-ADB81ECE5567}"/>
            </ac:spMkLst>
          </pc:spChg>
          <pc:spChg chg="mod">
            <ac:chgData name="(Student  C00290924) Dachi Dzeria" userId="d9cf6cb5-31b2-4092-8c35-5f49078da41d" providerId="ADAL" clId="{6AB98AE9-E361-4C9B-9D50-3B82B78DB450}" dt="2026-04-23T15:28:43.860" v="1302" actId="2711"/>
            <ac:spMkLst>
              <pc:docMk/>
              <pc:sldMasterMk cId="1758499248" sldId="2147483648"/>
              <pc:sldLayoutMk cId="2918353551" sldId="2147483656"/>
              <ac:spMk id="4" creationId="{C9C5DF4A-7C0C-0BAB-4755-68E659018060}"/>
            </ac:spMkLst>
          </pc:spChg>
        </pc:sldLayoutChg>
        <pc:sldLayoutChg chg="modSp mod">
          <pc:chgData name="(Student  C00290924) Dachi Dzeria" userId="d9cf6cb5-31b2-4092-8c35-5f49078da41d" providerId="ADAL" clId="{6AB98AE9-E361-4C9B-9D50-3B82B78DB450}" dt="2026-04-23T15:28:47.363" v="1304" actId="2711"/>
          <pc:sldLayoutMkLst>
            <pc:docMk/>
            <pc:sldMasterMk cId="1758499248" sldId="2147483648"/>
            <pc:sldLayoutMk cId="1009934417" sldId="2147483657"/>
          </pc:sldLayoutMkLst>
          <pc:spChg chg="mod">
            <ac:chgData name="(Student  C00290924) Dachi Dzeria" userId="d9cf6cb5-31b2-4092-8c35-5f49078da41d" providerId="ADAL" clId="{6AB98AE9-E361-4C9B-9D50-3B82B78DB450}" dt="2026-04-23T15:28:46.421" v="1303" actId="2711"/>
            <ac:spMkLst>
              <pc:docMk/>
              <pc:sldMasterMk cId="1758499248" sldId="2147483648"/>
              <pc:sldLayoutMk cId="1009934417" sldId="2147483657"/>
              <ac:spMk id="2" creationId="{FFDC1C23-78E8-656D-DBC0-0A69F9FD4F8B}"/>
            </ac:spMkLst>
          </pc:spChg>
          <pc:spChg chg="mod">
            <ac:chgData name="(Student  C00290924) Dachi Dzeria" userId="d9cf6cb5-31b2-4092-8c35-5f49078da41d" providerId="ADAL" clId="{6AB98AE9-E361-4C9B-9D50-3B82B78DB450}" dt="2026-04-23T15:28:47.363" v="1304" actId="2711"/>
            <ac:spMkLst>
              <pc:docMk/>
              <pc:sldMasterMk cId="1758499248" sldId="2147483648"/>
              <pc:sldLayoutMk cId="1009934417" sldId="2147483657"/>
              <ac:spMk id="4" creationId="{8E634D34-447B-FE0B-CE15-312A08FFC9CC}"/>
            </ac:spMkLst>
          </pc:spChg>
        </pc:sldLayoutChg>
        <pc:sldLayoutChg chg="modSp mod">
          <pc:chgData name="(Student  C00290924) Dachi Dzeria" userId="d9cf6cb5-31b2-4092-8c35-5f49078da41d" providerId="ADAL" clId="{6AB98AE9-E361-4C9B-9D50-3B82B78DB450}" dt="2026-04-23T15:28:54.820" v="1306" actId="2711"/>
          <pc:sldLayoutMkLst>
            <pc:docMk/>
            <pc:sldMasterMk cId="1758499248" sldId="2147483648"/>
            <pc:sldLayoutMk cId="3324884455" sldId="2147483658"/>
          </pc:sldLayoutMkLst>
          <pc:spChg chg="mod">
            <ac:chgData name="(Student  C00290924) Dachi Dzeria" userId="d9cf6cb5-31b2-4092-8c35-5f49078da41d" providerId="ADAL" clId="{6AB98AE9-E361-4C9B-9D50-3B82B78DB450}" dt="2026-04-23T15:28:51.339" v="1305" actId="2711"/>
            <ac:spMkLst>
              <pc:docMk/>
              <pc:sldMasterMk cId="1758499248" sldId="2147483648"/>
              <pc:sldLayoutMk cId="3324884455" sldId="2147483658"/>
              <ac:spMk id="2" creationId="{4040B538-565E-C1FF-E6A2-E2F0DA328D76}"/>
            </ac:spMkLst>
          </pc:spChg>
          <pc:spChg chg="mod">
            <ac:chgData name="(Student  C00290924) Dachi Dzeria" userId="d9cf6cb5-31b2-4092-8c35-5f49078da41d" providerId="ADAL" clId="{6AB98AE9-E361-4C9B-9D50-3B82B78DB450}" dt="2026-04-23T15:28:54.820" v="1306" actId="2711"/>
            <ac:spMkLst>
              <pc:docMk/>
              <pc:sldMasterMk cId="1758499248" sldId="2147483648"/>
              <pc:sldLayoutMk cId="3324884455" sldId="2147483658"/>
              <ac:spMk id="3" creationId="{D40471D4-A32E-DFB1-6104-06DBDCA18BA2}"/>
            </ac:spMkLst>
          </pc:spChg>
        </pc:sldLayoutChg>
        <pc:sldLayoutChg chg="modSp mod">
          <pc:chgData name="(Student  C00290924) Dachi Dzeria" userId="d9cf6cb5-31b2-4092-8c35-5f49078da41d" providerId="ADAL" clId="{6AB98AE9-E361-4C9B-9D50-3B82B78DB450}" dt="2026-04-23T15:29:05.288" v="1308" actId="2711"/>
          <pc:sldLayoutMkLst>
            <pc:docMk/>
            <pc:sldMasterMk cId="1758499248" sldId="2147483648"/>
            <pc:sldLayoutMk cId="3858191038" sldId="2147483659"/>
          </pc:sldLayoutMkLst>
          <pc:spChg chg="mod">
            <ac:chgData name="(Student  C00290924) Dachi Dzeria" userId="d9cf6cb5-31b2-4092-8c35-5f49078da41d" providerId="ADAL" clId="{6AB98AE9-E361-4C9B-9D50-3B82B78DB450}" dt="2026-04-23T15:29:05.288" v="1308" actId="2711"/>
            <ac:spMkLst>
              <pc:docMk/>
              <pc:sldMasterMk cId="1758499248" sldId="2147483648"/>
              <pc:sldLayoutMk cId="3858191038" sldId="2147483659"/>
              <ac:spMk id="2" creationId="{53463693-801E-2D8F-81B6-75015E00BCF2}"/>
            </ac:spMkLst>
          </pc:spChg>
          <pc:spChg chg="mod">
            <ac:chgData name="(Student  C00290924) Dachi Dzeria" userId="d9cf6cb5-31b2-4092-8c35-5f49078da41d" providerId="ADAL" clId="{6AB98AE9-E361-4C9B-9D50-3B82B78DB450}" dt="2026-04-23T15:29:03.688" v="1307" actId="2711"/>
            <ac:spMkLst>
              <pc:docMk/>
              <pc:sldMasterMk cId="1758499248" sldId="2147483648"/>
              <pc:sldLayoutMk cId="3858191038" sldId="2147483659"/>
              <ac:spMk id="3" creationId="{A44598DB-8D28-78DC-9461-68AC3FE708EE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F089D4-8875-41B3-8946-287E8D4BC149}" type="datetimeFigureOut">
              <a:rPr lang="en-IE" smtClean="0"/>
              <a:t>26/04/2026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387B15-AC0C-444E-B5FF-047071000BA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41259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87B15-AC0C-444E-B5FF-047071000BA5}" type="slidenum">
              <a:rPr lang="en-IE" smtClean="0"/>
              <a:t>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465389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8266E-40BF-B0A5-5E94-454F8B071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C19050-FBCB-BC15-ADA0-2E90A483AE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1AA4B7-4591-BEBB-6B19-DFC3BDEE90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411BA9-74AB-6FF2-DF3D-CFE66391E6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87B15-AC0C-444E-B5FF-047071000BA5}" type="slidenum">
              <a:rPr lang="en-IE" smtClean="0"/>
              <a:t>9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309176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686A2-802B-152C-B432-BAA996CB0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0977EA-30C9-45E1-2A3F-DE4DE4E8E5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1A6496-72BC-6D61-994C-CFCCCB736B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7E04EA-CE1E-1369-423D-9BC43C882D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87B15-AC0C-444E-B5FF-047071000BA5}" type="slidenum">
              <a:rPr lang="en-IE" smtClean="0"/>
              <a:t>10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207848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EDE10-4DB7-1210-94AD-CFCEEB332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3CC50F-29EF-D1DA-49CA-17FE4F9664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1807FD-A32D-E00E-BDEF-3F89665FFF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0D5E7F-9352-8A6B-C82D-2EFDE97688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87B15-AC0C-444E-B5FF-047071000BA5}" type="slidenum">
              <a:rPr lang="en-IE" smtClean="0"/>
              <a:t>11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439255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9B8A1-36A2-365C-3E8E-3630D40C2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476902-5856-3D02-FC4E-40266D90C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1E86CF-8FC0-7712-6238-2A31AE65C7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D3EC13-93A1-CAE3-9ED5-A6E4B4AC2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87B15-AC0C-444E-B5FF-047071000BA5}" type="slidenum">
              <a:rPr lang="en-IE" smtClean="0"/>
              <a:t>12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622947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A993F-7819-E793-D27F-BD3E7FC74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C31B9A-4006-40F0-C951-FBAB347BDC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3242AB-447E-BFB6-1A63-EE428EF310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8E45A4-B4ED-E2F6-97D7-F1474E69C0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87B15-AC0C-444E-B5FF-047071000BA5}" type="slidenum">
              <a:rPr lang="en-IE" smtClean="0"/>
              <a:t>23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538346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D5629-A9BF-FCAE-DBEF-F1197C987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14F036-2F62-2597-B322-A3FCA5DCF6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E2CB93-E20D-E884-3EBB-F70B4B6990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4D145A-AE2D-EFE7-E8B4-0D005A4EF6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87B15-AC0C-444E-B5FF-047071000BA5}" type="slidenum">
              <a:rPr lang="en-IE" smtClean="0"/>
              <a:t>24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229689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7C045-91A5-C763-61DD-948999F18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13DCDD-FBCC-79D9-43B0-3783CE74EA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C9AFBA-7CA7-2D39-A7BF-FCF74F9BE4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0F5B77-F306-220B-88B9-D6DCC299C8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87B15-AC0C-444E-B5FF-047071000BA5}" type="slidenum">
              <a:rPr lang="en-IE" smtClean="0"/>
              <a:t>25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086221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F3EF5-FD76-1741-7803-4BFC338B7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9BB00F-5CA0-D93B-95E0-F6E5B056F9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04F94E-31BC-A01A-4ED8-1B257563C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A3934-7F80-B70D-4E90-E1C9244CF2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87B15-AC0C-444E-B5FF-047071000BA5}" type="slidenum">
              <a:rPr lang="en-IE" smtClean="0"/>
              <a:t>26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63440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66A5F-314C-B981-76A3-E0B5579EE1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Georgia" panose="02040502050405020303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C95CE1-AFC9-2B41-EA6C-0E0E9E8B83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Georgia" panose="020405020504050203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B4164-A960-5F51-CE5F-77B315D91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DF13-83F0-4B64-83AE-5E486BBC39EF}" type="datetime1">
              <a:rPr lang="en-IE" smtClean="0"/>
              <a:t>26/04/2026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11355-5E37-AC50-90A0-FBB3CA0A5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CFD-Based Aerodynamic Optimisation</a:t>
            </a:r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EE9D9-36CB-130C-F6BD-8095CCFD3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8D6C6-49D9-487F-89BA-AE72FFC7711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47301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C6769-9AB9-FB7E-5EC1-8E03A5C91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Georgia" panose="02040502050405020303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3BF86-DB09-BFF2-E5CB-372A7279D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Georgia" panose="02040502050405020303" pitchFamily="18" charset="0"/>
              </a:defRPr>
            </a:lvl1pPr>
            <a:lvl2pPr>
              <a:defRPr>
                <a:latin typeface="Georgia" panose="02040502050405020303" pitchFamily="18" charset="0"/>
              </a:defRPr>
            </a:lvl2pPr>
            <a:lvl3pPr>
              <a:defRPr>
                <a:latin typeface="Georgia" panose="02040502050405020303" pitchFamily="18" charset="0"/>
              </a:defRPr>
            </a:lvl3pPr>
            <a:lvl4pPr>
              <a:defRPr>
                <a:latin typeface="Georgia" panose="02040502050405020303" pitchFamily="18" charset="0"/>
              </a:defRPr>
            </a:lvl4pPr>
            <a:lvl5pPr>
              <a:defRPr>
                <a:latin typeface="Georgia" panose="02040502050405020303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637DB-B70A-DEA9-F6B5-C648BFDB9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1B957-C1CC-4FF2-832F-2FFD0723AB4A}" type="datetime1">
              <a:rPr lang="en-IE" smtClean="0"/>
              <a:t>26/04/2026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23781-5A93-3D70-8A22-C1B19A48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CFD-Based Aerodynamic Optimisation</a:t>
            </a:r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5F7F5-CC5E-C746-D2B6-E4B5F48DB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8D6C6-49D9-487F-89BA-AE72FFC7711E}" type="slidenum">
              <a:rPr lang="en-IE" smtClean="0"/>
              <a:t>‹#›</a:t>
            </a:fld>
            <a:endParaRPr lang="en-I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7F05F9-28DA-F852-55C9-A144F21ED1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714" y="1"/>
            <a:ext cx="1530285" cy="858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4327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ADB85-B4CE-4FCA-D2A2-96A5649BF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Georgia" panose="02040502050405020303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438FDA-8B31-EBC1-C072-D6B51F7BA1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6DF81C-16B0-8091-1649-D3D152A3D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E69B4-9F94-479C-B436-A93E12F44CFB}" type="datetime1">
              <a:rPr lang="en-IE" smtClean="0"/>
              <a:t>26/04/2026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7E7B9-FD40-7FFC-BEF3-C6A5B9992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CFD-Based Aerodynamic </a:t>
            </a:r>
            <a:r>
              <a:rPr lang="en-US" dirty="0" err="1"/>
              <a:t>Optimisation</a:t>
            </a:r>
            <a:endParaRPr lang="en-I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F16CD-B35D-E7F2-9A88-CAB6C184A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8D6C6-49D9-487F-89BA-AE72FFC7711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1795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B79AE-2D83-6D2D-F4AD-98D1CDA6C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Georgia" panose="02040502050405020303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FD6C7-2586-7A03-5539-B9B4EF9ED1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Georgia" panose="02040502050405020303" pitchFamily="18" charset="0"/>
              </a:defRPr>
            </a:lvl1pPr>
            <a:lvl2pPr>
              <a:defRPr>
                <a:latin typeface="Georgia" panose="02040502050405020303" pitchFamily="18" charset="0"/>
              </a:defRPr>
            </a:lvl2pPr>
            <a:lvl3pPr>
              <a:defRPr>
                <a:latin typeface="Georgia" panose="02040502050405020303" pitchFamily="18" charset="0"/>
              </a:defRPr>
            </a:lvl3pPr>
            <a:lvl4pPr>
              <a:defRPr>
                <a:latin typeface="Georgia" panose="02040502050405020303" pitchFamily="18" charset="0"/>
              </a:defRPr>
            </a:lvl4pPr>
            <a:lvl5pPr>
              <a:defRPr>
                <a:latin typeface="Georgia" panose="02040502050405020303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27D6D0-E4D6-C674-42EF-6195702AD6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Georgia" panose="02040502050405020303" pitchFamily="18" charset="0"/>
              </a:defRPr>
            </a:lvl1pPr>
            <a:lvl2pPr>
              <a:defRPr>
                <a:latin typeface="Georgia" panose="02040502050405020303" pitchFamily="18" charset="0"/>
              </a:defRPr>
            </a:lvl2pPr>
            <a:lvl3pPr>
              <a:defRPr>
                <a:latin typeface="Georgia" panose="02040502050405020303" pitchFamily="18" charset="0"/>
              </a:defRPr>
            </a:lvl3pPr>
            <a:lvl4pPr>
              <a:defRPr>
                <a:latin typeface="Georgia" panose="02040502050405020303" pitchFamily="18" charset="0"/>
              </a:defRPr>
            </a:lvl4pPr>
            <a:lvl5pPr>
              <a:defRPr>
                <a:latin typeface="Georgia" panose="02040502050405020303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EB7292-E429-0313-B1B6-82C2FD9E8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EBD5C-460F-491D-B2B2-333D10140EA1}" type="datetime1">
              <a:rPr lang="en-IE" smtClean="0"/>
              <a:t>26/04/2026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2B558C-E3DF-57FC-6E48-E4B68B61B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CFD-Based Aerodynamic Optimisation</a:t>
            </a:r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71EC95-FBD8-DAEE-2ED1-2DA239277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8D6C6-49D9-487F-89BA-AE72FFC7711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12773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8B56B-4E8F-08DB-82AF-3688AA50B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Georgia" panose="02040502050405020303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4B154B-E8E0-B7E3-BCF6-9092B134F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Georgia" panose="02040502050405020303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5CF852-AE54-236A-8066-04D1C1A6D5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Georgia" panose="02040502050405020303" pitchFamily="18" charset="0"/>
              </a:defRPr>
            </a:lvl1pPr>
            <a:lvl2pPr>
              <a:defRPr>
                <a:latin typeface="Georgia" panose="02040502050405020303" pitchFamily="18" charset="0"/>
              </a:defRPr>
            </a:lvl2pPr>
            <a:lvl3pPr>
              <a:defRPr>
                <a:latin typeface="Georgia" panose="02040502050405020303" pitchFamily="18" charset="0"/>
              </a:defRPr>
            </a:lvl3pPr>
            <a:lvl4pPr>
              <a:defRPr>
                <a:latin typeface="Georgia" panose="02040502050405020303" pitchFamily="18" charset="0"/>
              </a:defRPr>
            </a:lvl4pPr>
            <a:lvl5pPr>
              <a:defRPr>
                <a:latin typeface="Georgia" panose="02040502050405020303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18D5F8-D545-49AD-E0B7-E24CA4DD21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6E5277-55AC-18D7-4FE0-74BE85AB70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Georgia" panose="02040502050405020303" pitchFamily="18" charset="0"/>
              </a:defRPr>
            </a:lvl1pPr>
            <a:lvl2pPr>
              <a:defRPr>
                <a:latin typeface="Georgia" panose="02040502050405020303" pitchFamily="18" charset="0"/>
              </a:defRPr>
            </a:lvl2pPr>
            <a:lvl3pPr>
              <a:defRPr>
                <a:latin typeface="Georgia" panose="02040502050405020303" pitchFamily="18" charset="0"/>
              </a:defRPr>
            </a:lvl3pPr>
            <a:lvl4pPr>
              <a:defRPr>
                <a:latin typeface="Georgia" panose="02040502050405020303" pitchFamily="18" charset="0"/>
              </a:defRPr>
            </a:lvl4pPr>
            <a:lvl5pPr>
              <a:defRPr>
                <a:latin typeface="Georgia" panose="02040502050405020303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8BD9C-92BC-AE2F-CC5F-3BA65AAA8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FC4B9-6514-407D-A884-EB795587C570}" type="datetime1">
              <a:rPr lang="en-IE" smtClean="0"/>
              <a:t>26/04/2026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18CAFE-18C4-C5F3-3EAB-53BD63D5A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CFD-Based Aerodynamic Optimisation</a:t>
            </a:r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9874FB-E5E9-DC09-2424-B0FFACBCF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8D6C6-49D9-487F-89BA-AE72FFC7711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8583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C59C5-5973-0DF4-25AF-C7F41CB68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Georgia" panose="02040502050405020303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282829-B4CC-660F-2C84-658858C9D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A1FE2-98FA-43CF-B359-C36F3FF34E4D}" type="datetime1">
              <a:rPr lang="en-IE" smtClean="0"/>
              <a:t>26/04/2026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684ECB-8287-14CD-B35C-14B2998E9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CFD-Based Aerodynamic Optimisation</a:t>
            </a:r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AD1E11-9326-017C-4FF0-43F426DCF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8D6C6-49D9-487F-89BA-AE72FFC7711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24402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5FA9F3-9FFA-FD04-AEBD-A1AA80A61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A4A67-1DBE-440A-9582-B625B33148A1}" type="datetime1">
              <a:rPr lang="en-IE" smtClean="0"/>
              <a:t>26/04/2026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2E8F79-0C6E-1EEA-A12D-770F70438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CFD-Based Aerodynamic Optimisation</a:t>
            </a:r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6627D7-6980-28C1-449C-3523BA6CD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8D6C6-49D9-487F-89BA-AE72FFC7711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17790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A8F4A-C150-1050-F26F-6121A4757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Georgia" panose="02040502050405020303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2E087-E98A-47DD-9F7E-ADB81ECE5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Georgia" panose="02040502050405020303" pitchFamily="18" charset="0"/>
              </a:defRPr>
            </a:lvl1pPr>
            <a:lvl2pPr>
              <a:defRPr sz="2800">
                <a:latin typeface="Georgia" panose="02040502050405020303" pitchFamily="18" charset="0"/>
              </a:defRPr>
            </a:lvl2pPr>
            <a:lvl3pPr>
              <a:defRPr sz="2400">
                <a:latin typeface="Georgia" panose="02040502050405020303" pitchFamily="18" charset="0"/>
              </a:defRPr>
            </a:lvl3pPr>
            <a:lvl4pPr>
              <a:defRPr sz="2000">
                <a:latin typeface="Georgia" panose="02040502050405020303" pitchFamily="18" charset="0"/>
              </a:defRPr>
            </a:lvl4pPr>
            <a:lvl5pPr>
              <a:defRPr sz="2000">
                <a:latin typeface="Georgia" panose="02040502050405020303" pitchFamily="18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C5DF4A-7C0C-0BAB-4755-68E6590180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Georgia" panose="02040502050405020303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10A912-6DA9-FC37-B3FD-90EE98CD5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49594-E738-43B0-A30E-6690BFF6C5CB}" type="datetime1">
              <a:rPr lang="en-IE" smtClean="0"/>
              <a:t>26/04/2026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64E800-7412-3EDA-B1A4-AD0018E58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CFD-Based Aerodynamic Optimisation</a:t>
            </a:r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DB3282-DE20-82FD-3E19-AA322B730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8D6C6-49D9-487F-89BA-AE72FFC7711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18353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C1C23-78E8-656D-DBC0-0A69F9FD4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Georgia" panose="02040502050405020303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F961C0-A685-B5B6-4BA8-9A50A5C5FC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634D34-447B-FE0B-CE15-312A08FFC9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Georgia" panose="02040502050405020303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C29204-C34C-5569-9BDB-FD10BEA05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C850E-C466-4041-95DC-9BCA04F28648}" type="datetime1">
              <a:rPr lang="en-IE" smtClean="0"/>
              <a:t>26/04/2026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86929B-AA85-634B-BFBD-92B393067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CFD-Based Aerodynamic Optimisation</a:t>
            </a:r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2690EC-D103-8F63-15CE-73EB93E99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8D6C6-49D9-487F-89BA-AE72FFC7711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09934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0B538-565E-C1FF-E6A2-E2F0DA328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Georgia" panose="02040502050405020303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0471D4-A32E-DFB1-6104-06DBDCA18B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Georgia" panose="02040502050405020303" pitchFamily="18" charset="0"/>
              </a:defRPr>
            </a:lvl1pPr>
            <a:lvl2pPr>
              <a:defRPr>
                <a:latin typeface="Georgia" panose="02040502050405020303" pitchFamily="18" charset="0"/>
              </a:defRPr>
            </a:lvl2pPr>
            <a:lvl3pPr>
              <a:defRPr>
                <a:latin typeface="Georgia" panose="02040502050405020303" pitchFamily="18" charset="0"/>
              </a:defRPr>
            </a:lvl3pPr>
            <a:lvl4pPr>
              <a:defRPr>
                <a:latin typeface="Georgia" panose="02040502050405020303" pitchFamily="18" charset="0"/>
              </a:defRPr>
            </a:lvl4pPr>
            <a:lvl5pPr>
              <a:defRPr>
                <a:latin typeface="Georgia" panose="02040502050405020303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8A2DF-B29F-4E80-6C3D-F77F31ADA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8004F-5BA3-4E42-B400-A32DC542CFC2}" type="datetime1">
              <a:rPr lang="en-IE" smtClean="0"/>
              <a:t>26/04/2026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BD9BE-A126-FB5A-5263-5E986DF2E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CFD-Based Aerodynamic Optimisation</a:t>
            </a:r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97C4F-873F-04D2-C5D3-8A638E618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8D6C6-49D9-487F-89BA-AE72FFC7711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24884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463693-801E-2D8F-81B6-75015E00BC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latin typeface="Georgia" panose="02040502050405020303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4598DB-8D28-78DC-9461-68AC3FE708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Georgia" panose="02040502050405020303" pitchFamily="18" charset="0"/>
              </a:defRPr>
            </a:lvl1pPr>
            <a:lvl2pPr>
              <a:defRPr>
                <a:latin typeface="Georgia" panose="02040502050405020303" pitchFamily="18" charset="0"/>
              </a:defRPr>
            </a:lvl2pPr>
            <a:lvl3pPr>
              <a:defRPr>
                <a:latin typeface="Georgia" panose="02040502050405020303" pitchFamily="18" charset="0"/>
              </a:defRPr>
            </a:lvl3pPr>
            <a:lvl4pPr>
              <a:defRPr>
                <a:latin typeface="Georgia" panose="02040502050405020303" pitchFamily="18" charset="0"/>
              </a:defRPr>
            </a:lvl4pPr>
            <a:lvl5pPr>
              <a:defRPr>
                <a:latin typeface="Georgia" panose="02040502050405020303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6D60B-6C20-D366-2539-D3F3B1539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CAA27-B524-4B0A-8649-4E8B3C949340}" type="datetime1">
              <a:rPr lang="en-IE" smtClean="0"/>
              <a:t>26/04/2026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53415-0B2F-95B4-018C-82BB98E5F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CFD-Based Aerodynamic Optimisation</a:t>
            </a:r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CCC4FA-BEB8-59FB-058F-04867D65D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8D6C6-49D9-487F-89BA-AE72FFC7711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581910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4692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9F7806-7518-CC94-7A87-6A85AD945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B76B5F-3482-4B07-9460-8BD31C098F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605E6-B570-AC01-BDE0-B314E14C71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BAF49F-902E-4574-A8BF-DEF0168A0C61}" type="datetime1">
              <a:rPr lang="en-IE" smtClean="0"/>
              <a:t>26/04/2026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E93D3-BEF2-A142-F891-83E0CC2725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CFD-Based Aerodynamic Optimisation</a:t>
            </a:r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2C8B8-624A-F1AB-B681-CF9A5F8775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98D6C6-49D9-487F-89BA-AE72FFC7711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58499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743200"/>
            <a:ext cx="8229600" cy="5486400"/>
          </a:xfrm>
          <a:prstGeom prst="ellipse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E" noProof="0" dirty="0"/>
          </a:p>
        </p:txBody>
      </p:sp>
      <p:sp>
        <p:nvSpPr>
          <p:cNvPr id="3" name="Shape 1"/>
          <p:cNvSpPr/>
          <p:nvPr/>
        </p:nvSpPr>
        <p:spPr>
          <a:xfrm>
            <a:off x="9631375" y="-1463040"/>
            <a:ext cx="5029200" cy="2926080"/>
          </a:xfrm>
          <a:prstGeom prst="ellipse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E" noProof="0" dirty="0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75932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E" sz="2400" kern="0" spc="600" noProof="0" dirty="0">
                <a:solidFill>
                  <a:srgbClr val="14B8A6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BEng (Hons) Mechanical Engineering — Final Year Project</a:t>
            </a:r>
            <a:endParaRPr lang="en-IE" sz="2400" noProof="0" dirty="0">
              <a:latin typeface="Georgia" panose="020405020504050203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E" sz="80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Aero-Opt</a:t>
            </a:r>
            <a:endParaRPr lang="en-IE" sz="80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E" sz="2600" i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CFD-Based Aerodynamic Optimisation for Sustainable Engineering</a:t>
            </a:r>
            <a:endParaRPr lang="en-IE" sz="2600" noProof="0" dirty="0"/>
          </a:p>
        </p:txBody>
      </p:sp>
      <p:sp>
        <p:nvSpPr>
          <p:cNvPr id="8" name="Shape 6"/>
          <p:cNvSpPr/>
          <p:nvPr/>
        </p:nvSpPr>
        <p:spPr>
          <a:xfrm>
            <a:off x="822960" y="4251960"/>
            <a:ext cx="8229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E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44348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E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Dachi Dzeria   |   C00290924</a:t>
            </a:r>
            <a:endParaRPr lang="en-IE" sz="1600" noProof="0" dirty="0"/>
          </a:p>
        </p:txBody>
      </p:sp>
      <p:sp>
        <p:nvSpPr>
          <p:cNvPr id="10" name="Text 8"/>
          <p:cNvSpPr/>
          <p:nvPr/>
        </p:nvSpPr>
        <p:spPr>
          <a:xfrm>
            <a:off x="822960" y="47548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E" sz="1300" b="1" noProof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Supervisors: </a:t>
            </a:r>
            <a:r>
              <a:rPr lang="en-IE" sz="1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Nicolas Aristokleous  &amp;  Dr Christos Constantinou</a:t>
            </a:r>
            <a:endParaRPr lang="en-IE" sz="1300" noProof="0" dirty="0"/>
          </a:p>
        </p:txBody>
      </p:sp>
      <p:sp>
        <p:nvSpPr>
          <p:cNvPr id="11" name="Text 9"/>
          <p:cNvSpPr/>
          <p:nvPr/>
        </p:nvSpPr>
        <p:spPr>
          <a:xfrm>
            <a:off x="822960" y="5989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E" sz="1100" i="1" noProof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Aerospace &amp; Mechanical Engineering  ·  SETU Carlow  ·  23 April 2026</a:t>
            </a:r>
            <a:endParaRPr lang="en-IE" sz="11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17670-F5CA-0A00-0F3F-F1C5A8130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200" b="1" noProof="0" dirty="0">
                <a:latin typeface="Georgia" panose="02040502050405020303" pitchFamily="18" charset="0"/>
                <a:cs typeface="Times New Roman" panose="02020603050405020304" pitchFamily="18" charset="0"/>
              </a:rPr>
              <a:t>Introduction: Small L/D Gains Have Big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8CFF6-44F7-D408-B299-9ADA6D494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690688"/>
            <a:ext cx="5580888" cy="4375129"/>
          </a:xfrm>
        </p:spPr>
        <p:txBody>
          <a:bodyPr>
            <a:normAutofit/>
          </a:bodyPr>
          <a:lstStyle/>
          <a:p>
            <a:endParaRPr lang="en-IE" sz="1800" b="1" noProof="0" dirty="0">
              <a:latin typeface="Georgia" panose="02040502050405020303" pitchFamily="18" charset="0"/>
            </a:endParaRPr>
          </a:p>
          <a:p>
            <a:endParaRPr lang="en-IE" sz="1800" b="1" noProof="0" dirty="0">
              <a:latin typeface="Georgia" panose="02040502050405020303" pitchFamily="18" charset="0"/>
            </a:endParaRPr>
          </a:p>
          <a:p>
            <a:endParaRPr lang="en-IE" sz="1800" b="1" noProof="0" dirty="0">
              <a:latin typeface="Georgia" panose="02040502050405020303" pitchFamily="18" charset="0"/>
            </a:endParaRPr>
          </a:p>
          <a:p>
            <a:r>
              <a:rPr lang="en-IE" sz="1800" b="1" noProof="0" dirty="0">
                <a:latin typeface="Georgia" panose="02040502050405020303" pitchFamily="18" charset="0"/>
              </a:rPr>
              <a:t>Modifying airfoil geometry is an easy way to influence L/D</a:t>
            </a:r>
          </a:p>
          <a:p>
            <a:endParaRPr lang="en-IE" sz="1800" b="1" noProof="0" dirty="0">
              <a:latin typeface="Georgia" panose="02040502050405020303" pitchFamily="18" charset="0"/>
            </a:endParaRPr>
          </a:p>
          <a:p>
            <a:r>
              <a:rPr lang="en-IE" sz="1800" b="1" noProof="0" dirty="0">
                <a:latin typeface="Georgia" panose="02040502050405020303" pitchFamily="18" charset="0"/>
              </a:rPr>
              <a:t>Adjoint-based optimisation improves L/D</a:t>
            </a:r>
          </a:p>
          <a:p>
            <a:endParaRPr lang="en-IE" sz="1800" b="1" noProof="0" dirty="0">
              <a:latin typeface="Georgia" panose="02040502050405020303" pitchFamily="18" charset="0"/>
            </a:endParaRPr>
          </a:p>
          <a:p>
            <a:r>
              <a:rPr lang="en-IE" sz="1800" b="1" noProof="0" dirty="0">
                <a:latin typeface="Georgia" panose="02040502050405020303" pitchFamily="18" charset="0"/>
              </a:rPr>
              <a:t>PyFluent can be used to automate the workflow and compare settings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643C736-983D-555A-1248-E8B82E74EB75}"/>
              </a:ext>
            </a:extLst>
          </p:cNvPr>
          <p:cNvGrpSpPr/>
          <p:nvPr/>
        </p:nvGrpSpPr>
        <p:grpSpPr>
          <a:xfrm>
            <a:off x="838200" y="1690688"/>
            <a:ext cx="4910328" cy="4375129"/>
            <a:chOff x="6528816" y="1801834"/>
            <a:chExt cx="4824984" cy="437512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599B9DA-F840-DB37-0DC0-4EBF42EA215B}"/>
                </a:ext>
              </a:extLst>
            </p:cNvPr>
            <p:cNvSpPr/>
            <p:nvPr/>
          </p:nvSpPr>
          <p:spPr>
            <a:xfrm>
              <a:off x="6528816" y="1801834"/>
              <a:ext cx="4824984" cy="4375129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 noProof="0" dirty="0"/>
            </a:p>
            <a:p>
              <a:pPr algn="ctr"/>
              <a:endParaRPr lang="en-IE" noProof="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A583D8D-8E46-03C1-0A57-49649D3DB5FA}"/>
                </a:ext>
              </a:extLst>
            </p:cNvPr>
            <p:cNvSpPr txBox="1"/>
            <p:nvPr/>
          </p:nvSpPr>
          <p:spPr>
            <a:xfrm>
              <a:off x="6528816" y="1801834"/>
              <a:ext cx="4824984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E" sz="11500" i="1" noProof="0" dirty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Georgia" panose="02040502050405020303" pitchFamily="18" charset="0"/>
                  <a:cs typeface="Times New Roman" panose="02020603050405020304" pitchFamily="18" charset="0"/>
                </a:rPr>
                <a:t>2-3%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F5A7A69-2132-EA68-FCAC-7B64506D1121}"/>
                </a:ext>
              </a:extLst>
            </p:cNvPr>
            <p:cNvSpPr txBox="1"/>
            <p:nvPr/>
          </p:nvSpPr>
          <p:spPr>
            <a:xfrm>
              <a:off x="6528816" y="3937513"/>
              <a:ext cx="48249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E" sz="1400" i="1" noProof="0" dirty="0">
                  <a:solidFill>
                    <a:schemeClr val="bg1"/>
                  </a:solidFill>
                  <a:latin typeface="Georgia" panose="02040502050405020303" pitchFamily="18" charset="0"/>
                  <a:cs typeface="Times New Roman" panose="02020603050405020304" pitchFamily="18" charset="0"/>
                </a:rPr>
                <a:t>of all global CO</a:t>
              </a:r>
              <a:r>
                <a:rPr lang="en-IE" sz="1400" noProof="0" dirty="0">
                  <a:solidFill>
                    <a:schemeClr val="bg1"/>
                  </a:solidFill>
                  <a:latin typeface="Georgia" panose="02040502050405020303" pitchFamily="18" charset="0"/>
                  <a:ea typeface="Calibri" pitchFamily="34" charset="-122"/>
                  <a:cs typeface="Calibri" pitchFamily="34" charset="-120"/>
                </a:rPr>
                <a:t>₂ </a:t>
              </a:r>
              <a:r>
                <a:rPr lang="en-IE" sz="1400" i="1" noProof="0" dirty="0">
                  <a:solidFill>
                    <a:schemeClr val="bg1"/>
                  </a:solidFill>
                  <a:latin typeface="Georgia" panose="02040502050405020303" pitchFamily="18" charset="0"/>
                  <a:cs typeface="Times New Roman" panose="02020603050405020304" pitchFamily="18" charset="0"/>
                </a:rPr>
                <a:t>emissions come from aviation [1]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6FEB1AD-383E-3B0E-0512-A6C287A8AE6F}"/>
                </a:ext>
              </a:extLst>
            </p:cNvPr>
            <p:cNvCxnSpPr>
              <a:cxnSpLocks/>
            </p:cNvCxnSpPr>
            <p:nvPr/>
          </p:nvCxnSpPr>
          <p:spPr>
            <a:xfrm>
              <a:off x="7094220" y="4599375"/>
              <a:ext cx="3694176" cy="0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26C6C22-3B46-8E4F-E4C6-1E88E9F20E2D}"/>
                </a:ext>
              </a:extLst>
            </p:cNvPr>
            <p:cNvSpPr txBox="1"/>
            <p:nvPr/>
          </p:nvSpPr>
          <p:spPr>
            <a:xfrm>
              <a:off x="6528816" y="4918739"/>
              <a:ext cx="482498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E" sz="3200" i="1" noProof="0" dirty="0">
                  <a:solidFill>
                    <a:schemeClr val="bg1"/>
                  </a:solidFill>
                  <a:latin typeface="Georgia" panose="02040502050405020303" pitchFamily="18" charset="0"/>
                  <a:cs typeface="Times New Roman" panose="02020603050405020304" pitchFamily="18" charset="0"/>
                </a:rPr>
                <a:t>Fuel burn ∝ 1 / (L/D)</a:t>
              </a:r>
            </a:p>
          </p:txBody>
        </p:sp>
      </p:grp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44B97DE5-D2CF-7428-26ED-BAC2E0556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 noProof="0" dirty="0"/>
              <a:t>CFD-Based Aerodynamic Optimisation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44A73A9-6647-3BF5-B4AF-A8821ADBF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8D6C6-49D9-487F-89BA-AE72FFC7711E}" type="slidenum">
              <a:rPr lang="en-IE" noProof="0" smtClean="0"/>
              <a:t>2</a:t>
            </a:fld>
            <a:endParaRPr lang="en-IE" noProof="0" dirty="0"/>
          </a:p>
        </p:txBody>
      </p:sp>
    </p:spTree>
    <p:extLst>
      <p:ext uri="{BB962C8B-B14F-4D97-AF65-F5344CB8AC3E}">
        <p14:creationId xmlns:p14="http://schemas.microsoft.com/office/powerpoint/2010/main" val="612711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0BEE2649-C61F-2AD3-2A67-0B3ADE62D49D}"/>
              </a:ext>
            </a:extLst>
          </p:cNvPr>
          <p:cNvGrpSpPr/>
          <p:nvPr/>
        </p:nvGrpSpPr>
        <p:grpSpPr>
          <a:xfrm>
            <a:off x="710184" y="1847849"/>
            <a:ext cx="5385816" cy="4351339"/>
            <a:chOff x="710184" y="1847849"/>
            <a:chExt cx="5385816" cy="4351339"/>
          </a:xfrm>
          <a:effectLst>
            <a:outerShdw blurRad="63500" sx="101000" sy="101000" algn="ctr" rotWithShape="0">
              <a:prstClr val="black">
                <a:alpha val="40000"/>
              </a:prstClr>
            </a:outerShdw>
          </a:effectLst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2DAE045-ACA4-70E2-32ED-B4ACBB74E1B3}"/>
                </a:ext>
              </a:extLst>
            </p:cNvPr>
            <p:cNvSpPr/>
            <p:nvPr/>
          </p:nvSpPr>
          <p:spPr>
            <a:xfrm>
              <a:off x="838200" y="1847849"/>
              <a:ext cx="5257800" cy="43513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 noProof="0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1F0FEF8-FCC5-0988-0465-6077E8BDF91D}"/>
                </a:ext>
              </a:extLst>
            </p:cNvPr>
            <p:cNvSpPr/>
            <p:nvPr/>
          </p:nvSpPr>
          <p:spPr>
            <a:xfrm>
              <a:off x="710184" y="1847850"/>
              <a:ext cx="128016" cy="4351338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 w="952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 noProof="0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8A151ED-CA60-50CB-F5F9-71C89797A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b="1" noProof="0" dirty="0">
                <a:latin typeface="Georgia" panose="02040502050405020303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56AE6-5FA4-BAD1-CAD3-F0BF8F195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8442" y="2249424"/>
            <a:ext cx="4637316" cy="3548190"/>
          </a:xfrm>
          <a:noFill/>
          <a:ln>
            <a:noFill/>
          </a:ln>
          <a:effectLst>
            <a:outerShdw blurRad="254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0" indent="0">
              <a:buNone/>
            </a:pPr>
            <a:r>
              <a:rPr lang="en-IE" sz="3200" b="1" noProof="0" dirty="0">
                <a:latin typeface="Georgia" panose="02040502050405020303" pitchFamily="18" charset="0"/>
              </a:rPr>
              <a:t>Optimised airfoils</a:t>
            </a:r>
            <a:endParaRPr lang="en-IE" sz="2400" b="1" noProof="0" dirty="0">
              <a:latin typeface="Georgia" panose="02040502050405020303" pitchFamily="18" charset="0"/>
            </a:endParaRPr>
          </a:p>
          <a:p>
            <a:pPr>
              <a:buClr>
                <a:schemeClr val="accent1">
                  <a:lumMod val="40000"/>
                  <a:lumOff val="60000"/>
                </a:schemeClr>
              </a:buClr>
              <a:buFont typeface="Wingdings" panose="05000000000000000000" pitchFamily="2" charset="2"/>
              <a:buChar char="§"/>
            </a:pPr>
            <a:r>
              <a:rPr lang="en-IE" noProof="0" dirty="0">
                <a:latin typeface="Georgia" panose="02040502050405020303" pitchFamily="18" charset="0"/>
              </a:rPr>
              <a:t> 4 airfoils over 5 cases</a:t>
            </a:r>
          </a:p>
          <a:p>
            <a:pPr>
              <a:buClr>
                <a:schemeClr val="accent1">
                  <a:lumMod val="40000"/>
                  <a:lumOff val="60000"/>
                </a:schemeClr>
              </a:buClr>
              <a:buFont typeface="Wingdings" panose="05000000000000000000" pitchFamily="2" charset="2"/>
              <a:buChar char="§"/>
            </a:pPr>
            <a:r>
              <a:rPr lang="en-IE" noProof="0" dirty="0">
                <a:latin typeface="Georgia" panose="02040502050405020303" pitchFamily="18" charset="0"/>
              </a:rPr>
              <a:t>Subsonic, transonic, supersonic trials</a:t>
            </a:r>
          </a:p>
          <a:p>
            <a:pPr>
              <a:buClr>
                <a:schemeClr val="accent1">
                  <a:lumMod val="40000"/>
                  <a:lumOff val="60000"/>
                </a:schemeClr>
              </a:buClr>
              <a:buFont typeface="Wingdings" panose="05000000000000000000" pitchFamily="2" charset="2"/>
              <a:buChar char="§"/>
            </a:pPr>
            <a:r>
              <a:rPr lang="en-IE" noProof="0" dirty="0">
                <a:latin typeface="Georgia" panose="02040502050405020303" pitchFamily="18" charset="0"/>
              </a:rPr>
              <a:t>Constant vs variable length profiles</a:t>
            </a:r>
          </a:p>
          <a:p>
            <a:endParaRPr lang="en-IE" noProof="0" dirty="0">
              <a:latin typeface="Georgia" panose="02040502050405020303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87EA36-8B27-EC9E-0962-4C7C69034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 noProof="0" dirty="0"/>
              <a:t>CFD-Based Aerodynamic Optimisation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A25B57-AD6B-1FEE-585B-293BB4882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8D6C6-49D9-487F-89BA-AE72FFC7711E}" type="slidenum">
              <a:rPr lang="en-IE" noProof="0" smtClean="0"/>
              <a:t>3</a:t>
            </a:fld>
            <a:endParaRPr lang="en-IE" noProof="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12C886A-7799-1EE7-BB4F-1CE68801CFCE}"/>
              </a:ext>
            </a:extLst>
          </p:cNvPr>
          <p:cNvSpPr txBox="1">
            <a:spLocks/>
          </p:cNvSpPr>
          <p:nvPr/>
        </p:nvSpPr>
        <p:spPr>
          <a:xfrm>
            <a:off x="6406242" y="1847850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IE" noProof="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E7BCEE-5E6D-6933-BC07-898C8986DBA1}"/>
              </a:ext>
            </a:extLst>
          </p:cNvPr>
          <p:cNvSpPr txBox="1">
            <a:spLocks/>
          </p:cNvSpPr>
          <p:nvPr/>
        </p:nvSpPr>
        <p:spPr>
          <a:xfrm>
            <a:off x="6716484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IE" noProof="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7263814-1E71-F313-2753-73A455C40FEE}"/>
              </a:ext>
            </a:extLst>
          </p:cNvPr>
          <p:cNvGrpSpPr/>
          <p:nvPr/>
        </p:nvGrpSpPr>
        <p:grpSpPr>
          <a:xfrm>
            <a:off x="6224016" y="1847849"/>
            <a:ext cx="5385816" cy="4351338"/>
            <a:chOff x="6406242" y="1847849"/>
            <a:chExt cx="5385816" cy="4351338"/>
          </a:xfrm>
          <a:effectLst>
            <a:outerShdw blurRad="25400" sx="101000" sy="101000" algn="ctr" rotWithShape="0">
              <a:prstClr val="black">
                <a:alpha val="40000"/>
              </a:prstClr>
            </a:outerShdw>
          </a:effectLst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77BD550-2A98-2841-4EED-660633E34960}"/>
                </a:ext>
              </a:extLst>
            </p:cNvPr>
            <p:cNvSpPr/>
            <p:nvPr/>
          </p:nvSpPr>
          <p:spPr>
            <a:xfrm>
              <a:off x="6406242" y="1847849"/>
              <a:ext cx="128016" cy="4351338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bg2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 noProof="0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21D8ED5-6054-1AF0-4A79-F9C97AD88169}"/>
                </a:ext>
              </a:extLst>
            </p:cNvPr>
            <p:cNvSpPr/>
            <p:nvPr/>
          </p:nvSpPr>
          <p:spPr>
            <a:xfrm>
              <a:off x="6534258" y="1847849"/>
              <a:ext cx="5257800" cy="43513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 noProof="0" dirty="0"/>
            </a:p>
          </p:txBody>
        </p:sp>
      </p:grp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93CAFCDA-DF9C-B32B-F66E-6ECC3DA63257}"/>
              </a:ext>
            </a:extLst>
          </p:cNvPr>
          <p:cNvSpPr txBox="1">
            <a:spLocks/>
          </p:cNvSpPr>
          <p:nvPr/>
        </p:nvSpPr>
        <p:spPr>
          <a:xfrm>
            <a:off x="6662274" y="2227199"/>
            <a:ext cx="4637316" cy="35481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E" sz="3200" b="1" noProof="0" dirty="0">
                <a:latin typeface="Georgia" panose="02040502050405020303" pitchFamily="18" charset="0"/>
              </a:rPr>
              <a:t>Optimised Workflow</a:t>
            </a:r>
          </a:p>
          <a:p>
            <a:pPr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n-IE" dirty="0">
                <a:latin typeface="Georgia" panose="02040502050405020303" pitchFamily="18" charset="0"/>
              </a:rPr>
              <a:t>Automated, resource-efficient</a:t>
            </a:r>
          </a:p>
          <a:p>
            <a:pPr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n-IE" noProof="0" dirty="0">
                <a:latin typeface="Georgia" panose="02040502050405020303" pitchFamily="18" charset="0"/>
              </a:rPr>
              <a:t>Identify the best settings</a:t>
            </a:r>
          </a:p>
          <a:p>
            <a:pPr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n-IE" dirty="0">
                <a:latin typeface="Georgia" panose="02040502050405020303" pitchFamily="18" charset="0"/>
              </a:rPr>
              <a:t>Automate using Ansys PyFluent</a:t>
            </a:r>
            <a:endParaRPr lang="en-IE" noProof="0" dirty="0">
              <a:latin typeface="Georgia" panose="02040502050405020303" pitchFamily="18" charset="0"/>
            </a:endParaRPr>
          </a:p>
          <a:p>
            <a:pPr marL="0" indent="0">
              <a:buNone/>
            </a:pPr>
            <a:endParaRPr lang="en-IE" noProof="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1220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3885B-4987-5E3D-CE65-3B32E41CE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410"/>
            <a:ext cx="10515600" cy="1325563"/>
          </a:xfrm>
        </p:spPr>
        <p:txBody>
          <a:bodyPr/>
          <a:lstStyle/>
          <a:p>
            <a:r>
              <a:rPr lang="en-IE" b="1" noProof="0" dirty="0"/>
              <a:t>Workflow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F124C0-E686-DD37-C318-A9E4382A0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 noProof="0" dirty="0"/>
              <a:t>CFD-Based Aerodynamic Optimisation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1F2D29-6BD1-848D-FD66-DB7FAC7FE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8D6C6-49D9-487F-89BA-AE72FFC7711E}" type="slidenum">
              <a:rPr lang="en-IE" noProof="0" smtClean="0"/>
              <a:t>4</a:t>
            </a:fld>
            <a:endParaRPr lang="en-IE" noProof="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31E8F92-54CA-7D4D-692F-204D0D413630}"/>
              </a:ext>
            </a:extLst>
          </p:cNvPr>
          <p:cNvGrpSpPr/>
          <p:nvPr/>
        </p:nvGrpSpPr>
        <p:grpSpPr>
          <a:xfrm>
            <a:off x="838200" y="1709028"/>
            <a:ext cx="2083443" cy="1198502"/>
            <a:chOff x="838200" y="1822491"/>
            <a:chExt cx="2083443" cy="119850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22E99E0-298A-D660-3FF9-8A2FB858AE6E}"/>
                </a:ext>
              </a:extLst>
            </p:cNvPr>
            <p:cNvSpPr/>
            <p:nvPr/>
          </p:nvSpPr>
          <p:spPr>
            <a:xfrm>
              <a:off x="838200" y="1932973"/>
              <a:ext cx="2083443" cy="1088020"/>
            </a:xfrm>
            <a:prstGeom prst="rect">
              <a:avLst/>
            </a:prstGeom>
            <a:noFill/>
            <a:ln w="285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 noProof="0" dirty="0">
                <a:latin typeface="Consolas" panose="020B0609020204030204" pitchFamily="49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586E280-2626-3F77-94EF-33AB95E9E5E0}"/>
                </a:ext>
              </a:extLst>
            </p:cNvPr>
            <p:cNvSpPr/>
            <p:nvPr/>
          </p:nvSpPr>
          <p:spPr>
            <a:xfrm>
              <a:off x="838200" y="1822491"/>
              <a:ext cx="2083443" cy="11048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285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 noProof="0" dirty="0">
                <a:ln w="28575">
                  <a:solidFill>
                    <a:schemeClr val="tx1"/>
                  </a:solidFill>
                </a:ln>
                <a:latin typeface="Consolas" panose="020B0609020204030204" pitchFamily="49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32AE13A-F00C-5B0A-7437-70BB3CBBAEE3}"/>
                </a:ext>
              </a:extLst>
            </p:cNvPr>
            <p:cNvSpPr txBox="1"/>
            <p:nvPr/>
          </p:nvSpPr>
          <p:spPr>
            <a:xfrm>
              <a:off x="838201" y="2107651"/>
              <a:ext cx="20834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E" b="1" spc="100" noProof="0" dirty="0">
                  <a:latin typeface="Consolas" panose="020B0609020204030204" pitchFamily="49" charset="0"/>
                  <a:cs typeface="Arial" panose="020B0604020202020204" pitchFamily="34" charset="0"/>
                </a:rPr>
                <a:t>Coordinates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286A509-D199-877F-D137-E22AD0F65F9F}"/>
                </a:ext>
              </a:extLst>
            </p:cNvPr>
            <p:cNvSpPr txBox="1"/>
            <p:nvPr/>
          </p:nvSpPr>
          <p:spPr>
            <a:xfrm>
              <a:off x="838201" y="2571647"/>
              <a:ext cx="20834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E" sz="1200" noProof="0" dirty="0">
                  <a:latin typeface="Consolas" panose="020B0609020204030204" pitchFamily="49" charset="0"/>
                  <a:cs typeface="Arial" panose="020B0604020202020204" pitchFamily="34" charset="0"/>
                </a:rPr>
                <a:t>airfoiltools.com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7FC55B6-5927-0436-087C-18A9DB1E4D20}"/>
              </a:ext>
            </a:extLst>
          </p:cNvPr>
          <p:cNvGrpSpPr/>
          <p:nvPr/>
        </p:nvGrpSpPr>
        <p:grpSpPr>
          <a:xfrm>
            <a:off x="4407061" y="1709028"/>
            <a:ext cx="2083443" cy="1210821"/>
            <a:chOff x="838200" y="1822491"/>
            <a:chExt cx="2083443" cy="1210821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7DF3109-D891-8BA8-25E5-60023C9889A2}"/>
                </a:ext>
              </a:extLst>
            </p:cNvPr>
            <p:cNvSpPr/>
            <p:nvPr/>
          </p:nvSpPr>
          <p:spPr>
            <a:xfrm>
              <a:off x="838200" y="1932973"/>
              <a:ext cx="2083443" cy="1088020"/>
            </a:xfrm>
            <a:prstGeom prst="rect">
              <a:avLst/>
            </a:prstGeom>
            <a:noFill/>
            <a:ln w="285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 noProof="0" dirty="0">
                <a:latin typeface="Consolas" panose="020B0609020204030204" pitchFamily="49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47BCCEC-0B30-C1BF-9347-203C07B85461}"/>
                </a:ext>
              </a:extLst>
            </p:cNvPr>
            <p:cNvSpPr/>
            <p:nvPr/>
          </p:nvSpPr>
          <p:spPr>
            <a:xfrm>
              <a:off x="838200" y="1822491"/>
              <a:ext cx="2083443" cy="11048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285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 noProof="0" dirty="0">
                <a:latin typeface="Consolas" panose="020B0609020204030204" pitchFamily="49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E7FEA7D-569F-3F77-830F-BEC5C492FC5B}"/>
                </a:ext>
              </a:extLst>
            </p:cNvPr>
            <p:cNvSpPr txBox="1"/>
            <p:nvPr/>
          </p:nvSpPr>
          <p:spPr>
            <a:xfrm>
              <a:off x="838201" y="2107651"/>
              <a:ext cx="20834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E" b="1" spc="100" noProof="0" dirty="0">
                  <a:latin typeface="Consolas" panose="020B0609020204030204" pitchFamily="49" charset="0"/>
                  <a:cs typeface="Arial" panose="020B0604020202020204" pitchFamily="34" charset="0"/>
                </a:rPr>
                <a:t>SolidWorks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D1EB547-1C22-595E-41CD-C401CBED70B4}"/>
                </a:ext>
              </a:extLst>
            </p:cNvPr>
            <p:cNvSpPr txBox="1"/>
            <p:nvPr/>
          </p:nvSpPr>
          <p:spPr>
            <a:xfrm>
              <a:off x="838201" y="2571647"/>
              <a:ext cx="20834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E" sz="1200" noProof="0" dirty="0" err="1">
                  <a:latin typeface="Consolas" panose="020B0609020204030204" pitchFamily="49" charset="0"/>
                  <a:cs typeface="Arial" panose="020B0604020202020204" pitchFamily="34" charset="0"/>
                </a:rPr>
                <a:t>xyz</a:t>
              </a:r>
              <a:r>
                <a:rPr lang="en-IE" sz="1200" noProof="0" dirty="0">
                  <a:latin typeface="Consolas" panose="020B0609020204030204" pitchFamily="49" charset="0"/>
                  <a:cs typeface="Arial" panose="020B0604020202020204" pitchFamily="34" charset="0"/>
                </a:rPr>
                <a:t> curve, domain creation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1DA1185-229A-C1E1-F154-C69A29292FDB}"/>
              </a:ext>
            </a:extLst>
          </p:cNvPr>
          <p:cNvGrpSpPr/>
          <p:nvPr/>
        </p:nvGrpSpPr>
        <p:grpSpPr>
          <a:xfrm>
            <a:off x="7975922" y="1709028"/>
            <a:ext cx="2083443" cy="1198502"/>
            <a:chOff x="838200" y="1822491"/>
            <a:chExt cx="2083443" cy="1198502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1EA2F98-2403-E955-DD90-A824B375F907}"/>
                </a:ext>
              </a:extLst>
            </p:cNvPr>
            <p:cNvSpPr/>
            <p:nvPr/>
          </p:nvSpPr>
          <p:spPr>
            <a:xfrm>
              <a:off x="838200" y="1932973"/>
              <a:ext cx="2083443" cy="1088020"/>
            </a:xfrm>
            <a:prstGeom prst="rect">
              <a:avLst/>
            </a:prstGeom>
            <a:noFill/>
            <a:ln w="285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 noProof="0" dirty="0">
                <a:latin typeface="Consolas" panose="020B0609020204030204" pitchFamily="49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9C484A8-7118-2480-DF73-F76FCF01DBEA}"/>
                </a:ext>
              </a:extLst>
            </p:cNvPr>
            <p:cNvSpPr/>
            <p:nvPr/>
          </p:nvSpPr>
          <p:spPr>
            <a:xfrm>
              <a:off x="838200" y="1822491"/>
              <a:ext cx="2083443" cy="11048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285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 noProof="0" dirty="0">
                <a:latin typeface="Consolas" panose="020B0609020204030204" pitchFamily="49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E41998C-DA6E-D2BE-94A4-4F63628274F2}"/>
                </a:ext>
              </a:extLst>
            </p:cNvPr>
            <p:cNvSpPr txBox="1"/>
            <p:nvPr/>
          </p:nvSpPr>
          <p:spPr>
            <a:xfrm>
              <a:off x="838201" y="2107651"/>
              <a:ext cx="20834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E" b="1" spc="100" noProof="0" dirty="0">
                  <a:latin typeface="Consolas" panose="020B0609020204030204" pitchFamily="49" charset="0"/>
                  <a:cs typeface="Arial" panose="020B0604020202020204" pitchFamily="34" charset="0"/>
                </a:rPr>
                <a:t>SpaceClaim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310D1DB-F3CF-B4AF-87A0-52996601E24E}"/>
                </a:ext>
              </a:extLst>
            </p:cNvPr>
            <p:cNvSpPr txBox="1"/>
            <p:nvPr/>
          </p:nvSpPr>
          <p:spPr>
            <a:xfrm>
              <a:off x="838201" y="2571647"/>
              <a:ext cx="20834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E" sz="1200" noProof="0" dirty="0">
                  <a:latin typeface="Consolas" panose="020B0609020204030204" pitchFamily="49" charset="0"/>
                  <a:cs typeface="Arial" panose="020B0604020202020204" pitchFamily="34" charset="0"/>
                </a:rPr>
                <a:t>naming the surfaces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DAF0381-A31F-96F9-3187-79A3EABEA5FB}"/>
              </a:ext>
            </a:extLst>
          </p:cNvPr>
          <p:cNvGrpSpPr/>
          <p:nvPr/>
        </p:nvGrpSpPr>
        <p:grpSpPr>
          <a:xfrm>
            <a:off x="2132634" y="3429000"/>
            <a:ext cx="2083443" cy="1198502"/>
            <a:chOff x="838200" y="1822491"/>
            <a:chExt cx="2083443" cy="1198502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F679C23-6A51-7805-39B5-038A311CC3D6}"/>
                </a:ext>
              </a:extLst>
            </p:cNvPr>
            <p:cNvSpPr/>
            <p:nvPr/>
          </p:nvSpPr>
          <p:spPr>
            <a:xfrm>
              <a:off x="838200" y="1932973"/>
              <a:ext cx="2083443" cy="1088020"/>
            </a:xfrm>
            <a:prstGeom prst="rect">
              <a:avLst/>
            </a:pr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 noProof="0" dirty="0">
                <a:latin typeface="Consolas" panose="020B0609020204030204" pitchFamily="49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EA4A437-0614-31A8-2F37-E60BE01BDC16}"/>
                </a:ext>
              </a:extLst>
            </p:cNvPr>
            <p:cNvSpPr/>
            <p:nvPr/>
          </p:nvSpPr>
          <p:spPr>
            <a:xfrm>
              <a:off x="838200" y="1822491"/>
              <a:ext cx="2083443" cy="110482"/>
            </a:xfrm>
            <a:prstGeom prst="rect">
              <a:avLst/>
            </a:prstGeom>
            <a:solidFill>
              <a:srgbClr val="FFC000"/>
            </a:solidFill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 noProof="0" dirty="0">
                <a:latin typeface="Consolas" panose="020B0609020204030204" pitchFamily="49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98F39D8-E15E-F3B8-3EF7-2A4E26A919E0}"/>
                </a:ext>
              </a:extLst>
            </p:cNvPr>
            <p:cNvSpPr txBox="1"/>
            <p:nvPr/>
          </p:nvSpPr>
          <p:spPr>
            <a:xfrm>
              <a:off x="838201" y="2107651"/>
              <a:ext cx="20834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E" b="1" spc="100" noProof="0" dirty="0">
                  <a:latin typeface="Consolas" panose="020B0609020204030204" pitchFamily="49" charset="0"/>
                  <a:cs typeface="Arial" panose="020B0604020202020204" pitchFamily="34" charset="0"/>
                </a:rPr>
                <a:t>mesh()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72E2BCA-67FB-07A9-0A4C-B87124D2E478}"/>
                </a:ext>
              </a:extLst>
            </p:cNvPr>
            <p:cNvSpPr txBox="1"/>
            <p:nvPr/>
          </p:nvSpPr>
          <p:spPr>
            <a:xfrm>
              <a:off x="838201" y="2571647"/>
              <a:ext cx="20834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E" sz="1200" noProof="0" dirty="0">
                  <a:latin typeface="Consolas" panose="020B0609020204030204" pitchFamily="49" charset="0"/>
                  <a:cs typeface="Arial" panose="020B0604020202020204" pitchFamily="34" charset="0"/>
                </a:rPr>
                <a:t>Fluent Meshing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FCCA2D1-C958-2AC4-0948-61059DD54259}"/>
              </a:ext>
            </a:extLst>
          </p:cNvPr>
          <p:cNvGrpSpPr/>
          <p:nvPr/>
        </p:nvGrpSpPr>
        <p:grpSpPr>
          <a:xfrm>
            <a:off x="5701495" y="3429000"/>
            <a:ext cx="2083443" cy="1198502"/>
            <a:chOff x="838200" y="1822491"/>
            <a:chExt cx="2083443" cy="1198502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971A919-06A1-E746-F242-AB283F2ABBAC}"/>
                </a:ext>
              </a:extLst>
            </p:cNvPr>
            <p:cNvSpPr/>
            <p:nvPr/>
          </p:nvSpPr>
          <p:spPr>
            <a:xfrm>
              <a:off x="838200" y="1932973"/>
              <a:ext cx="2083443" cy="1088020"/>
            </a:xfrm>
            <a:prstGeom prst="rect">
              <a:avLst/>
            </a:prstGeom>
            <a:noFill/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 noProof="0" dirty="0">
                <a:latin typeface="Consolas" panose="020B0609020204030204" pitchFamily="49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59069FF-B2BE-D16A-4D64-BA179DC5833A}"/>
                </a:ext>
              </a:extLst>
            </p:cNvPr>
            <p:cNvSpPr/>
            <p:nvPr/>
          </p:nvSpPr>
          <p:spPr>
            <a:xfrm>
              <a:off x="838200" y="1822491"/>
              <a:ext cx="2083443" cy="110482"/>
            </a:xfrm>
            <a:prstGeom prst="rect">
              <a:avLst/>
            </a:prstGeom>
            <a:solidFill>
              <a:srgbClr val="00B0F0"/>
            </a:solidFill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 noProof="0" dirty="0">
                <a:latin typeface="Consolas" panose="020B0609020204030204" pitchFamily="49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C90C226-5287-4905-B96C-84A3B188AE42}"/>
                </a:ext>
              </a:extLst>
            </p:cNvPr>
            <p:cNvSpPr txBox="1"/>
            <p:nvPr/>
          </p:nvSpPr>
          <p:spPr>
            <a:xfrm>
              <a:off x="838201" y="2107651"/>
              <a:ext cx="20834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E" b="1" spc="100" noProof="0" dirty="0">
                  <a:latin typeface="Consolas" panose="020B0609020204030204" pitchFamily="49" charset="0"/>
                  <a:cs typeface="Arial" panose="020B0604020202020204" pitchFamily="34" charset="0"/>
                </a:rPr>
                <a:t>solve()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2CF88F6-CFC8-B0EA-A6D3-1D909B8C29F8}"/>
                </a:ext>
              </a:extLst>
            </p:cNvPr>
            <p:cNvSpPr txBox="1"/>
            <p:nvPr/>
          </p:nvSpPr>
          <p:spPr>
            <a:xfrm>
              <a:off x="838201" y="2571647"/>
              <a:ext cx="20834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E" sz="1200" noProof="0" dirty="0">
                  <a:latin typeface="Consolas" panose="020B0609020204030204" pitchFamily="49" charset="0"/>
                  <a:cs typeface="Arial" panose="020B0604020202020204" pitchFamily="34" charset="0"/>
                </a:rPr>
                <a:t>Initial solve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ECD6224-8912-522B-97E9-D35D13396043}"/>
              </a:ext>
            </a:extLst>
          </p:cNvPr>
          <p:cNvGrpSpPr/>
          <p:nvPr/>
        </p:nvGrpSpPr>
        <p:grpSpPr>
          <a:xfrm>
            <a:off x="9270355" y="3429000"/>
            <a:ext cx="2083443" cy="1198502"/>
            <a:chOff x="838200" y="1822491"/>
            <a:chExt cx="2083443" cy="1198502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E5E5881-0763-AFB8-164B-0258A04CA224}"/>
                </a:ext>
              </a:extLst>
            </p:cNvPr>
            <p:cNvSpPr/>
            <p:nvPr/>
          </p:nvSpPr>
          <p:spPr>
            <a:xfrm>
              <a:off x="838200" y="1932973"/>
              <a:ext cx="2083443" cy="1088020"/>
            </a:xfrm>
            <a:prstGeom prst="rect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 noProof="0" dirty="0">
                <a:latin typeface="Consolas" panose="020B0609020204030204" pitchFamily="49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EAE4160-34C6-0C0B-2CB1-CD2BC10F4EEE}"/>
                </a:ext>
              </a:extLst>
            </p:cNvPr>
            <p:cNvSpPr/>
            <p:nvPr/>
          </p:nvSpPr>
          <p:spPr>
            <a:xfrm>
              <a:off x="838200" y="1822491"/>
              <a:ext cx="2083443" cy="110482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 noProof="0" dirty="0">
                <a:latin typeface="Consolas" panose="020B0609020204030204" pitchFamily="49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6AD9295-1ED1-6161-6F27-350857D3649B}"/>
                </a:ext>
              </a:extLst>
            </p:cNvPr>
            <p:cNvSpPr txBox="1"/>
            <p:nvPr/>
          </p:nvSpPr>
          <p:spPr>
            <a:xfrm>
              <a:off x="838201" y="2107651"/>
              <a:ext cx="20834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E" b="1" spc="100" noProof="0" dirty="0">
                  <a:latin typeface="Consolas" panose="020B0609020204030204" pitchFamily="49" charset="0"/>
                  <a:cs typeface="Arial" panose="020B0604020202020204" pitchFamily="34" charset="0"/>
                </a:rPr>
                <a:t>optimize()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7AB10B4-3B30-0BB9-D447-196E4CBB1D41}"/>
                </a:ext>
              </a:extLst>
            </p:cNvPr>
            <p:cNvSpPr txBox="1"/>
            <p:nvPr/>
          </p:nvSpPr>
          <p:spPr>
            <a:xfrm>
              <a:off x="838201" y="2571647"/>
              <a:ext cx="20834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E" sz="1200" noProof="0" dirty="0">
                  <a:latin typeface="Consolas" panose="020B0609020204030204" pitchFamily="49" charset="0"/>
                  <a:cs typeface="Arial" panose="020B0604020202020204" pitchFamily="34" charset="0"/>
                </a:rPr>
                <a:t>Adjoint optimisation</a:t>
              </a:r>
            </a:p>
          </p:txBody>
        </p:sp>
      </p:grp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8A65F4B-83D8-6FC0-74A5-445782992FA9}"/>
              </a:ext>
            </a:extLst>
          </p:cNvPr>
          <p:cNvCxnSpPr>
            <a:cxnSpLocks/>
            <a:stCxn id="6" idx="3"/>
            <a:endCxn id="13" idx="1"/>
          </p:cNvCxnSpPr>
          <p:nvPr/>
        </p:nvCxnSpPr>
        <p:spPr>
          <a:xfrm>
            <a:off x="2921643" y="2363520"/>
            <a:ext cx="1485418" cy="0"/>
          </a:xfrm>
          <a:prstGeom prst="straightConnector1">
            <a:avLst/>
          </a:prstGeom>
          <a:ln w="76200">
            <a:solidFill>
              <a:schemeClr val="bg2">
                <a:lumMod val="50000"/>
              </a:schemeClr>
            </a:solidFill>
            <a:headEnd type="diamond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4D134A8-96C7-4ED3-A4B5-931426563871}"/>
              </a:ext>
            </a:extLst>
          </p:cNvPr>
          <p:cNvCxnSpPr>
            <a:cxnSpLocks/>
          </p:cNvCxnSpPr>
          <p:nvPr/>
        </p:nvCxnSpPr>
        <p:spPr>
          <a:xfrm>
            <a:off x="6490504" y="2363520"/>
            <a:ext cx="1485418" cy="0"/>
          </a:xfrm>
          <a:prstGeom prst="straightConnector1">
            <a:avLst/>
          </a:prstGeom>
          <a:ln w="76200">
            <a:solidFill>
              <a:schemeClr val="bg2">
                <a:lumMod val="50000"/>
              </a:schemeClr>
            </a:solidFill>
            <a:headEnd type="diamond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774C8CD-4ECF-B7B9-89BD-95EC09B49E23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4216077" y="4083492"/>
            <a:ext cx="1485418" cy="0"/>
          </a:xfrm>
          <a:prstGeom prst="straightConnector1">
            <a:avLst/>
          </a:prstGeom>
          <a:ln w="76200">
            <a:solidFill>
              <a:srgbClr val="00B0F0"/>
            </a:solidFill>
            <a:headEnd type="diamond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A363923-7BF9-C5C5-7BC8-3173D6098D0F}"/>
              </a:ext>
            </a:extLst>
          </p:cNvPr>
          <p:cNvCxnSpPr>
            <a:cxnSpLocks/>
          </p:cNvCxnSpPr>
          <p:nvPr/>
        </p:nvCxnSpPr>
        <p:spPr>
          <a:xfrm>
            <a:off x="7784938" y="4083492"/>
            <a:ext cx="1485418" cy="0"/>
          </a:xfrm>
          <a:prstGeom prst="straightConnector1">
            <a:avLst/>
          </a:prstGeom>
          <a:ln w="76200">
            <a:solidFill>
              <a:schemeClr val="accent5">
                <a:lumMod val="60000"/>
                <a:lumOff val="40000"/>
              </a:schemeClr>
            </a:solidFill>
            <a:headEnd type="diamond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: Elbow 105">
            <a:extLst>
              <a:ext uri="{FF2B5EF4-FFF2-40B4-BE49-F238E27FC236}">
                <a16:creationId xmlns:a16="http://schemas.microsoft.com/office/drawing/2014/main" id="{DA500DE8-F941-C2FC-62A0-023A0210C7F2}"/>
              </a:ext>
            </a:extLst>
          </p:cNvPr>
          <p:cNvCxnSpPr>
            <a:cxnSpLocks/>
            <a:stCxn id="18" idx="3"/>
            <a:endCxn id="23" idx="1"/>
          </p:cNvCxnSpPr>
          <p:nvPr/>
        </p:nvCxnSpPr>
        <p:spPr>
          <a:xfrm flipH="1">
            <a:off x="2132634" y="2363520"/>
            <a:ext cx="7926731" cy="1719972"/>
          </a:xfrm>
          <a:prstGeom prst="bentConnector5">
            <a:avLst>
              <a:gd name="adj1" fmla="val -7499"/>
              <a:gd name="adj2" fmla="val 47046"/>
              <a:gd name="adj3" fmla="val 108395"/>
            </a:avLst>
          </a:prstGeom>
          <a:ln w="76200">
            <a:solidFill>
              <a:srgbClr val="FFC000"/>
            </a:solidFill>
            <a:headEnd type="diamond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96E7EDE8-7FE5-050F-39F0-E85A218B4D76}"/>
              </a:ext>
            </a:extLst>
          </p:cNvPr>
          <p:cNvGrpSpPr/>
          <p:nvPr/>
        </p:nvGrpSpPr>
        <p:grpSpPr>
          <a:xfrm>
            <a:off x="838199" y="4921951"/>
            <a:ext cx="3377878" cy="1260000"/>
            <a:chOff x="838200" y="1932973"/>
            <a:chExt cx="2083444" cy="1088020"/>
          </a:xfrm>
        </p:grpSpPr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FBA36C12-08DC-B538-D370-78E8321F257A}"/>
                </a:ext>
              </a:extLst>
            </p:cNvPr>
            <p:cNvSpPr/>
            <p:nvPr/>
          </p:nvSpPr>
          <p:spPr>
            <a:xfrm>
              <a:off x="838200" y="1932973"/>
              <a:ext cx="2083443" cy="1088020"/>
            </a:xfrm>
            <a:prstGeom prst="rect">
              <a:avLst/>
            </a:pr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 noProof="0" dirty="0">
                <a:latin typeface="Consolas" panose="020B0609020204030204" pitchFamily="49" charset="0"/>
              </a:endParaRP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F2CF2E1B-D6B4-4451-F902-185C2D4325AB}"/>
                </a:ext>
              </a:extLst>
            </p:cNvPr>
            <p:cNvSpPr txBox="1"/>
            <p:nvPr/>
          </p:nvSpPr>
          <p:spPr>
            <a:xfrm>
              <a:off x="912179" y="2107651"/>
              <a:ext cx="1821023" cy="3189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E" b="1" spc="100" noProof="0" dirty="0">
                  <a:latin typeface="Consolas" panose="020B0609020204030204" pitchFamily="49" charset="0"/>
                  <a:cs typeface="Arial" panose="020B0604020202020204" pitchFamily="34" charset="0"/>
                </a:rPr>
                <a:t>  mesh()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59CB2DFA-6F92-0CB9-F488-1C0913F528D7}"/>
                </a:ext>
              </a:extLst>
            </p:cNvPr>
            <p:cNvSpPr txBox="1"/>
            <p:nvPr/>
          </p:nvSpPr>
          <p:spPr>
            <a:xfrm>
              <a:off x="912179" y="2571649"/>
              <a:ext cx="2009465" cy="2259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E" sz="1100" noProof="0" dirty="0">
                  <a:latin typeface="Consolas" panose="020B0609020204030204" pitchFamily="49" charset="0"/>
                  <a:cs typeface="Arial" panose="020B0604020202020204" pitchFamily="34" charset="0"/>
                </a:rPr>
                <a:t>  .msh.h5, log, inputs.txt</a:t>
              </a:r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13CB36AB-E979-3F47-AFB4-9F5E8BB0E9E7}"/>
              </a:ext>
            </a:extLst>
          </p:cNvPr>
          <p:cNvGrpSpPr/>
          <p:nvPr/>
        </p:nvGrpSpPr>
        <p:grpSpPr>
          <a:xfrm>
            <a:off x="4445480" y="4921952"/>
            <a:ext cx="3339458" cy="1262052"/>
            <a:chOff x="838200" y="1932973"/>
            <a:chExt cx="2083443" cy="1088020"/>
          </a:xfrm>
        </p:grpSpPr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12CBC2D9-09DB-E154-9726-0CE24D06A906}"/>
                </a:ext>
              </a:extLst>
            </p:cNvPr>
            <p:cNvSpPr/>
            <p:nvPr/>
          </p:nvSpPr>
          <p:spPr>
            <a:xfrm>
              <a:off x="838200" y="1932973"/>
              <a:ext cx="2083443" cy="1088020"/>
            </a:xfrm>
            <a:prstGeom prst="rect">
              <a:avLst/>
            </a:prstGeom>
            <a:noFill/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 noProof="0" dirty="0">
                <a:latin typeface="Consolas" panose="020B0609020204030204" pitchFamily="49" charset="0"/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6728A665-236C-ED3D-7AE9-A6726BF6CD37}"/>
                </a:ext>
              </a:extLst>
            </p:cNvPr>
            <p:cNvSpPr txBox="1"/>
            <p:nvPr/>
          </p:nvSpPr>
          <p:spPr>
            <a:xfrm>
              <a:off x="905928" y="2107651"/>
              <a:ext cx="1827275" cy="3184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E" b="1" spc="100" noProof="0" dirty="0">
                  <a:latin typeface="Consolas" panose="020B0609020204030204" pitchFamily="49" charset="0"/>
                  <a:cs typeface="Arial" panose="020B0604020202020204" pitchFamily="34" charset="0"/>
                </a:rPr>
                <a:t>  solve()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3B0035DF-F312-E66A-3DB0-E1782D61FE8E}"/>
                </a:ext>
              </a:extLst>
            </p:cNvPr>
            <p:cNvSpPr txBox="1"/>
            <p:nvPr/>
          </p:nvSpPr>
          <p:spPr>
            <a:xfrm>
              <a:off x="1027006" y="2525643"/>
              <a:ext cx="1894637" cy="3714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E" sz="1100" noProof="0" dirty="0">
                  <a:latin typeface="Consolas" panose="020B0609020204030204" pitchFamily="49" charset="0"/>
                  <a:cs typeface="Arial" panose="020B0604020202020204" pitchFamily="34" charset="0"/>
                </a:rPr>
                <a:t>.cas/.dat, drag/lift reports,                          contours, mass flow, pressure plot</a:t>
              </a:r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4A6C9067-3DF4-6D18-17BC-13431273C573}"/>
              </a:ext>
            </a:extLst>
          </p:cNvPr>
          <p:cNvGrpSpPr/>
          <p:nvPr/>
        </p:nvGrpSpPr>
        <p:grpSpPr>
          <a:xfrm>
            <a:off x="7975922" y="4921952"/>
            <a:ext cx="3387801" cy="1262052"/>
            <a:chOff x="838200" y="1932973"/>
            <a:chExt cx="2083443" cy="1088020"/>
          </a:xfrm>
        </p:grpSpPr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972790AF-E47F-AE9A-0C14-2C04A820E52B}"/>
                </a:ext>
              </a:extLst>
            </p:cNvPr>
            <p:cNvSpPr/>
            <p:nvPr/>
          </p:nvSpPr>
          <p:spPr>
            <a:xfrm>
              <a:off x="838200" y="1932973"/>
              <a:ext cx="2083443" cy="1088020"/>
            </a:xfrm>
            <a:prstGeom prst="rect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 noProof="0" dirty="0">
                <a:latin typeface="Consolas" panose="020B0609020204030204" pitchFamily="49" charset="0"/>
              </a:endParaRP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F139E117-22A4-0E98-9D85-4D3157228A13}"/>
                </a:ext>
              </a:extLst>
            </p:cNvPr>
            <p:cNvSpPr txBox="1"/>
            <p:nvPr/>
          </p:nvSpPr>
          <p:spPr>
            <a:xfrm>
              <a:off x="900330" y="2107651"/>
              <a:ext cx="1832871" cy="3184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E" b="1" spc="100" noProof="0" dirty="0">
                  <a:latin typeface="Consolas" panose="020B0609020204030204" pitchFamily="49" charset="0"/>
                  <a:cs typeface="Arial" panose="020B0604020202020204" pitchFamily="34" charset="0"/>
                </a:rPr>
                <a:t>  optimize()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795EB3AA-DD6F-F801-DB82-B424017C36D6}"/>
                </a:ext>
              </a:extLst>
            </p:cNvPr>
            <p:cNvSpPr txBox="1"/>
            <p:nvPr/>
          </p:nvSpPr>
          <p:spPr>
            <a:xfrm>
              <a:off x="900330" y="2569438"/>
              <a:ext cx="2021312" cy="2388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E" sz="1200" noProof="0" dirty="0">
                  <a:latin typeface="Consolas" panose="020B0609020204030204" pitchFamily="49" charset="0"/>
                  <a:cs typeface="Arial" panose="020B0604020202020204" pitchFamily="34" charset="0"/>
                </a:rPr>
                <a:t>   same as solve() + .dis, GIFs</a:t>
              </a:r>
            </a:p>
          </p:txBody>
        </p:sp>
      </p:grpSp>
      <p:sp>
        <p:nvSpPr>
          <p:cNvPr id="151" name="Rectangle 150">
            <a:extLst>
              <a:ext uri="{FF2B5EF4-FFF2-40B4-BE49-F238E27FC236}">
                <a16:creationId xmlns:a16="http://schemas.microsoft.com/office/drawing/2014/main" id="{F6ADAF0A-8D5B-9D8F-B970-BEB3E3A91B2E}"/>
              </a:ext>
            </a:extLst>
          </p:cNvPr>
          <p:cNvSpPr/>
          <p:nvPr/>
        </p:nvSpPr>
        <p:spPr>
          <a:xfrm>
            <a:off x="838201" y="4921952"/>
            <a:ext cx="108701" cy="1260000"/>
          </a:xfrm>
          <a:prstGeom prst="rect">
            <a:avLst/>
          </a:prstGeom>
          <a:solidFill>
            <a:srgbClr val="FFC000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noProof="0" dirty="0">
              <a:latin typeface="Consolas" panose="020B0609020204030204" pitchFamily="49" charset="0"/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678EABA1-34C0-1867-92C0-EA053EBFA9E4}"/>
              </a:ext>
            </a:extLst>
          </p:cNvPr>
          <p:cNvSpPr/>
          <p:nvPr/>
        </p:nvSpPr>
        <p:spPr>
          <a:xfrm>
            <a:off x="4450957" y="4921951"/>
            <a:ext cx="102189" cy="126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noProof="0" dirty="0">
              <a:latin typeface="Consolas" panose="020B0609020204030204" pitchFamily="49" charset="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4E57A63C-F934-61A2-30CE-44879638EA02}"/>
              </a:ext>
            </a:extLst>
          </p:cNvPr>
          <p:cNvSpPr/>
          <p:nvPr/>
        </p:nvSpPr>
        <p:spPr>
          <a:xfrm>
            <a:off x="8003930" y="4921951"/>
            <a:ext cx="102189" cy="1260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noProof="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0236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0F830-2903-15F2-97A9-B15495FC6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noProof="0" dirty="0"/>
              <a:t>Selected Cases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98EB54-E569-4EFB-4BC7-6C608930B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 noProof="0" dirty="0"/>
              <a:t>CFD-Based Aerodynamic Optimisation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A7D0DC-E796-7384-2C0D-A0533D711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8D6C6-49D9-487F-89BA-AE72FFC7711E}" type="slidenum">
              <a:rPr lang="en-IE" noProof="0" smtClean="0"/>
              <a:t>5</a:t>
            </a:fld>
            <a:endParaRPr lang="en-IE" noProof="0" dirty="0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FA477F09-A664-F614-7BD8-8A50FC381F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0095470"/>
              </p:ext>
            </p:extLst>
          </p:nvPr>
        </p:nvGraphicFramePr>
        <p:xfrm>
          <a:off x="838200" y="1690688"/>
          <a:ext cx="10515600" cy="4019231"/>
        </p:xfrm>
        <a:graphic>
          <a:graphicData uri="http://schemas.openxmlformats.org/drawingml/2006/table">
            <a:tbl>
              <a:tblPr/>
              <a:tblGrid>
                <a:gridCol w="2067560">
                  <a:extLst>
                    <a:ext uri="{9D8B030D-6E8A-4147-A177-3AD203B41FA5}">
                      <a16:colId xmlns:a16="http://schemas.microsoft.com/office/drawing/2014/main" val="1633648503"/>
                    </a:ext>
                  </a:extLst>
                </a:gridCol>
                <a:gridCol w="3098800">
                  <a:extLst>
                    <a:ext uri="{9D8B030D-6E8A-4147-A177-3AD203B41FA5}">
                      <a16:colId xmlns:a16="http://schemas.microsoft.com/office/drawing/2014/main" val="2927139124"/>
                    </a:ext>
                  </a:extLst>
                </a:gridCol>
                <a:gridCol w="886434">
                  <a:extLst>
                    <a:ext uri="{9D8B030D-6E8A-4147-A177-3AD203B41FA5}">
                      <a16:colId xmlns:a16="http://schemas.microsoft.com/office/drawing/2014/main" val="2092259255"/>
                    </a:ext>
                  </a:extLst>
                </a:gridCol>
                <a:gridCol w="1593130">
                  <a:extLst>
                    <a:ext uri="{9D8B030D-6E8A-4147-A177-3AD203B41FA5}">
                      <a16:colId xmlns:a16="http://schemas.microsoft.com/office/drawing/2014/main" val="3985413777"/>
                    </a:ext>
                  </a:extLst>
                </a:gridCol>
                <a:gridCol w="842756">
                  <a:extLst>
                    <a:ext uri="{9D8B030D-6E8A-4147-A177-3AD203B41FA5}">
                      <a16:colId xmlns:a16="http://schemas.microsoft.com/office/drawing/2014/main" val="614871944"/>
                    </a:ext>
                  </a:extLst>
                </a:gridCol>
                <a:gridCol w="2026920">
                  <a:extLst>
                    <a:ext uri="{9D8B030D-6E8A-4147-A177-3AD203B41FA5}">
                      <a16:colId xmlns:a16="http://schemas.microsoft.com/office/drawing/2014/main" val="1535574803"/>
                    </a:ext>
                  </a:extLst>
                </a:gridCol>
              </a:tblGrid>
              <a:tr h="3138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E" sz="1500" b="1" i="0" u="none" strike="noStrike" spc="300" baseline="0" noProof="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Case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E" sz="1500" b="1" i="0" u="none" strike="noStrike" spc="300" baseline="0" noProof="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Reference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E" sz="1500" b="1" i="0" u="none" strike="noStrike" spc="300" baseline="0" noProof="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E" sz="1500" b="1" i="0" u="none" strike="noStrike" spc="300" baseline="0" noProof="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Altitude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E" sz="1500" b="1" i="0" u="none" strike="noStrike" spc="300" baseline="0" noProof="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AoA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E" sz="1500" b="1" i="0" u="none" strike="noStrike" spc="300" baseline="0" noProof="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Flow Regime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958398"/>
                  </a:ext>
                </a:extLst>
              </a:tr>
              <a:tr h="7410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NACA 0012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N/A (symmetrical baseline)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0.72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2,675  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1.55°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5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503062"/>
                  </a:ext>
                </a:extLst>
              </a:tr>
              <a:tr h="7410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NACA 2412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Cessna 172 </a:t>
                      </a:r>
                      <a:r>
                        <a:rPr lang="en-GB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[41]</a:t>
                      </a:r>
                      <a:endParaRPr lang="en-IE" sz="1800" b="0" i="0" u="none" strike="noStrike" noProof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0.20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4,115  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0°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5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092611"/>
                  </a:ext>
                </a:extLst>
              </a:tr>
              <a:tr h="7410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Boeing BACXXX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Boeing 747-400 [42]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0.85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10,577 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2°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5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6494282"/>
                  </a:ext>
                </a:extLst>
              </a:tr>
              <a:tr h="7410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NASA SC(2)-0714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F/A-18 Hornet cruise [43]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0.85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11,582 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2°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5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5569569"/>
                  </a:ext>
                </a:extLst>
              </a:tr>
              <a:tr h="7410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NASA SC(2)-0714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F/A-18 Hornet top speed [43]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1.80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13,715 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0°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5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72373"/>
                  </a:ext>
                </a:extLst>
              </a:tr>
            </a:tbl>
          </a:graphicData>
        </a:graphic>
      </p:graphicFrame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A2AB29D-8E62-C6CB-0852-BB7F535569EA}"/>
              </a:ext>
            </a:extLst>
          </p:cNvPr>
          <p:cNvSpPr/>
          <p:nvPr/>
        </p:nvSpPr>
        <p:spPr>
          <a:xfrm>
            <a:off x="9352276" y="2148890"/>
            <a:ext cx="1786373" cy="442162"/>
          </a:xfrm>
          <a:prstGeom prst="roundRect">
            <a:avLst>
              <a:gd name="adj" fmla="val 50000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600" b="1" noProof="0" dirty="0">
                <a:latin typeface="Consolas" panose="020B0609020204030204" pitchFamily="49" charset="0"/>
              </a:rPr>
              <a:t>Transonic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DC10A3C-B072-EDA8-4CA1-5C329F4B5AD8}"/>
              </a:ext>
            </a:extLst>
          </p:cNvPr>
          <p:cNvSpPr/>
          <p:nvPr/>
        </p:nvSpPr>
        <p:spPr>
          <a:xfrm>
            <a:off x="9357357" y="5111603"/>
            <a:ext cx="1786373" cy="442162"/>
          </a:xfrm>
          <a:prstGeom prst="roundRect">
            <a:avLst>
              <a:gd name="adj" fmla="val 50000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600" b="1" noProof="0" dirty="0">
                <a:latin typeface="Consolas" panose="020B0609020204030204" pitchFamily="49" charset="0"/>
              </a:rPr>
              <a:t>Supersonic</a:t>
            </a:r>
            <a:endParaRPr lang="en-IE" sz="1400" b="1" noProof="0" dirty="0">
              <a:latin typeface="Consolas" panose="020B0609020204030204" pitchFamily="49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2A58272-FBE7-3945-98FE-8C3863F40DF0}"/>
              </a:ext>
            </a:extLst>
          </p:cNvPr>
          <p:cNvSpPr/>
          <p:nvPr/>
        </p:nvSpPr>
        <p:spPr>
          <a:xfrm>
            <a:off x="9352277" y="2892154"/>
            <a:ext cx="1786373" cy="442162"/>
          </a:xfrm>
          <a:prstGeom prst="roundRect">
            <a:avLst>
              <a:gd name="adj" fmla="val 50000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600" b="1" noProof="0" dirty="0">
                <a:latin typeface="Consolas" panose="020B0609020204030204" pitchFamily="49" charset="0"/>
              </a:rPr>
              <a:t>Subsonic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6CD6A0C-B84A-5635-CEC2-9BADFD4E24E4}"/>
              </a:ext>
            </a:extLst>
          </p:cNvPr>
          <p:cNvSpPr/>
          <p:nvPr/>
        </p:nvSpPr>
        <p:spPr>
          <a:xfrm>
            <a:off x="9357358" y="3627783"/>
            <a:ext cx="1786373" cy="442162"/>
          </a:xfrm>
          <a:prstGeom prst="roundRect">
            <a:avLst>
              <a:gd name="adj" fmla="val 50000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600" b="1" noProof="0" dirty="0">
                <a:latin typeface="Consolas" panose="020B0609020204030204" pitchFamily="49" charset="0"/>
              </a:rPr>
              <a:t>Transonic</a:t>
            </a:r>
            <a:endParaRPr lang="en-IE" sz="1400" b="1" noProof="0" dirty="0">
              <a:latin typeface="Consolas" panose="020B0609020204030204" pitchFamily="49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2024EFB-25A9-649B-05F1-2DD21500BC68}"/>
              </a:ext>
            </a:extLst>
          </p:cNvPr>
          <p:cNvSpPr/>
          <p:nvPr/>
        </p:nvSpPr>
        <p:spPr>
          <a:xfrm>
            <a:off x="9357357" y="4376743"/>
            <a:ext cx="1786373" cy="442162"/>
          </a:xfrm>
          <a:prstGeom prst="roundRect">
            <a:avLst>
              <a:gd name="adj" fmla="val 50000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600" b="1" noProof="0" dirty="0">
                <a:latin typeface="Consolas" panose="020B0609020204030204" pitchFamily="49" charset="0"/>
              </a:rPr>
              <a:t>Transonic</a:t>
            </a:r>
            <a:endParaRPr lang="en-IE" sz="1400" b="1" noProof="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1109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0E85D-7A48-F8F6-802F-A2F342B43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noProof="0" dirty="0"/>
              <a:t>Verification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F8669-7DE0-BB08-58E7-A4E4B4A4B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43400" cy="4351338"/>
          </a:xfrm>
        </p:spPr>
        <p:txBody>
          <a:bodyPr/>
          <a:lstStyle/>
          <a:p>
            <a:r>
              <a:rPr lang="en-IE" noProof="0" dirty="0"/>
              <a:t>Every airfoil was solved at published conditions</a:t>
            </a:r>
          </a:p>
          <a:p>
            <a:pPr marL="0" indent="0">
              <a:buNone/>
            </a:pPr>
            <a:endParaRPr lang="en-IE" noProof="0" dirty="0"/>
          </a:p>
          <a:p>
            <a:r>
              <a:rPr lang="en-IE" noProof="0" dirty="0"/>
              <a:t>Mesh: max skewness &lt;0.65, min orthogonal quality &gt;0.1 for all runs.</a:t>
            </a:r>
          </a:p>
          <a:p>
            <a:endParaRPr lang="en-IE" dirty="0"/>
          </a:p>
          <a:p>
            <a:r>
              <a:rPr lang="en-IE" noProof="0" dirty="0"/>
              <a:t>Mass flow and residuals monitored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0910D6-D1AC-E0DB-B297-228C9703E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 noProof="0" dirty="0"/>
              <a:t>CFD-Based Aerodynamic Optimisation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8A7073-280A-2B0E-9571-302E6E985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8D6C6-49D9-487F-89BA-AE72FFC7711E}" type="slidenum">
              <a:rPr lang="en-IE" noProof="0" smtClean="0"/>
              <a:t>6</a:t>
            </a:fld>
            <a:endParaRPr lang="en-IE" noProof="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934901F-D60A-66E5-E0F9-4F46CDF72C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3836862"/>
              </p:ext>
            </p:extLst>
          </p:nvPr>
        </p:nvGraphicFramePr>
        <p:xfrm>
          <a:off x="5467546" y="1690689"/>
          <a:ext cx="5708454" cy="4116225"/>
        </p:xfrm>
        <a:graphic>
          <a:graphicData uri="http://schemas.openxmlformats.org/drawingml/2006/table">
            <a:tbl>
              <a:tblPr/>
              <a:tblGrid>
                <a:gridCol w="2875176">
                  <a:extLst>
                    <a:ext uri="{9D8B030D-6E8A-4147-A177-3AD203B41FA5}">
                      <a16:colId xmlns:a16="http://schemas.microsoft.com/office/drawing/2014/main" val="945814080"/>
                    </a:ext>
                  </a:extLst>
                </a:gridCol>
                <a:gridCol w="1630837">
                  <a:extLst>
                    <a:ext uri="{9D8B030D-6E8A-4147-A177-3AD203B41FA5}">
                      <a16:colId xmlns:a16="http://schemas.microsoft.com/office/drawing/2014/main" val="3290687383"/>
                    </a:ext>
                  </a:extLst>
                </a:gridCol>
                <a:gridCol w="1202441">
                  <a:extLst>
                    <a:ext uri="{9D8B030D-6E8A-4147-A177-3AD203B41FA5}">
                      <a16:colId xmlns:a16="http://schemas.microsoft.com/office/drawing/2014/main" val="197652365"/>
                    </a:ext>
                  </a:extLst>
                </a:gridCol>
              </a:tblGrid>
              <a:tr h="3605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E" sz="1600" b="1" i="0" u="none" strike="noStrike" spc="300" baseline="0" noProof="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Case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E" sz="1600" b="1" i="0" u="none" strike="noStrike" spc="300" baseline="0" noProof="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L/D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E" sz="1600" b="1" i="0" u="none" strike="noStrike" spc="300" baseline="0" noProof="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Ref L/D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984832"/>
                  </a:ext>
                </a:extLst>
              </a:tr>
              <a:tr h="75113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NACA 0012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43.38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42.22 </a:t>
                      </a:r>
                      <a:r>
                        <a:rPr lang="en-GB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[34]</a:t>
                      </a:r>
                      <a:endParaRPr lang="en-IE" sz="1800" b="0" i="0" u="none" strike="noStrike" noProof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8105175"/>
                  </a:ext>
                </a:extLst>
              </a:tr>
              <a:tr h="75113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NACA 2412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22.67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23.33 </a:t>
                      </a:r>
                      <a:r>
                        <a:rPr lang="en-GB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[34]</a:t>
                      </a:r>
                      <a:endParaRPr lang="en-IE" sz="1800" b="0" i="0" u="none" strike="noStrike" noProof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0791267"/>
                  </a:ext>
                </a:extLst>
              </a:tr>
              <a:tr h="75113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BACXXX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6.27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5.29  </a:t>
                      </a:r>
                      <a:r>
                        <a:rPr lang="en-GB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[36]</a:t>
                      </a:r>
                      <a:endParaRPr lang="en-IE" sz="1800" b="0" i="0" u="none" strike="noStrike" noProof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796888"/>
                  </a:ext>
                </a:extLst>
              </a:tr>
              <a:tr h="75113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NASA SC(2)-0714 Transonic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11.66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7.82  </a:t>
                      </a:r>
                      <a:r>
                        <a:rPr lang="en-GB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[37]</a:t>
                      </a:r>
                      <a:endParaRPr lang="en-IE" sz="1800" b="0" i="0" u="none" strike="noStrike" noProof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2749633"/>
                  </a:ext>
                </a:extLst>
              </a:tr>
              <a:tr h="75113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NASA SC(2)-0714 Supersonic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0.44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0.54  </a:t>
                      </a:r>
                      <a:r>
                        <a:rPr lang="en-GB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[37] </a:t>
                      </a:r>
                      <a:endParaRPr lang="en-IE" sz="1800" b="0" i="0" u="none" strike="noStrike" noProof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2677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81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7741C-5C37-0296-8815-FE6E1BFB0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noProof="0" dirty="0"/>
              <a:t>Results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BE0B77-75B6-DF0D-E92C-FEAF083D1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 noProof="0" dirty="0"/>
              <a:t>CFD-Based Aerodynamic Optimisation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C71652-97BF-065D-C3E2-746FC17B3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8D6C6-49D9-487F-89BA-AE72FFC7711E}" type="slidenum">
              <a:rPr lang="en-IE" noProof="0" smtClean="0"/>
              <a:t>7</a:t>
            </a:fld>
            <a:endParaRPr lang="en-IE" noProof="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AC0B4C3-90F9-843A-DAF7-C67AB719AC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5320604"/>
              </p:ext>
            </p:extLst>
          </p:nvPr>
        </p:nvGraphicFramePr>
        <p:xfrm>
          <a:off x="838200" y="1690688"/>
          <a:ext cx="10515598" cy="3988750"/>
        </p:xfrm>
        <a:graphic>
          <a:graphicData uri="http://schemas.openxmlformats.org/drawingml/2006/table">
            <a:tbl>
              <a:tblPr/>
              <a:tblGrid>
                <a:gridCol w="1681480">
                  <a:extLst>
                    <a:ext uri="{9D8B030D-6E8A-4147-A177-3AD203B41FA5}">
                      <a16:colId xmlns:a16="http://schemas.microsoft.com/office/drawing/2014/main" val="2293829174"/>
                    </a:ext>
                  </a:extLst>
                </a:gridCol>
                <a:gridCol w="1351280">
                  <a:extLst>
                    <a:ext uri="{9D8B030D-6E8A-4147-A177-3AD203B41FA5}">
                      <a16:colId xmlns:a16="http://schemas.microsoft.com/office/drawing/2014/main" val="1743274504"/>
                    </a:ext>
                  </a:extLst>
                </a:gridCol>
                <a:gridCol w="1990842">
                  <a:extLst>
                    <a:ext uri="{9D8B030D-6E8A-4147-A177-3AD203B41FA5}">
                      <a16:colId xmlns:a16="http://schemas.microsoft.com/office/drawing/2014/main" val="3349662005"/>
                    </a:ext>
                  </a:extLst>
                </a:gridCol>
                <a:gridCol w="1372999">
                  <a:extLst>
                    <a:ext uri="{9D8B030D-6E8A-4147-A177-3AD203B41FA5}">
                      <a16:colId xmlns:a16="http://schemas.microsoft.com/office/drawing/2014/main" val="1221230361"/>
                    </a:ext>
                  </a:extLst>
                </a:gridCol>
                <a:gridCol w="1372999">
                  <a:extLst>
                    <a:ext uri="{9D8B030D-6E8A-4147-A177-3AD203B41FA5}">
                      <a16:colId xmlns:a16="http://schemas.microsoft.com/office/drawing/2014/main" val="3897761648"/>
                    </a:ext>
                  </a:extLst>
                </a:gridCol>
                <a:gridCol w="1372999">
                  <a:extLst>
                    <a:ext uri="{9D8B030D-6E8A-4147-A177-3AD203B41FA5}">
                      <a16:colId xmlns:a16="http://schemas.microsoft.com/office/drawing/2014/main" val="2935941997"/>
                    </a:ext>
                  </a:extLst>
                </a:gridCol>
                <a:gridCol w="1372999">
                  <a:extLst>
                    <a:ext uri="{9D8B030D-6E8A-4147-A177-3AD203B41FA5}">
                      <a16:colId xmlns:a16="http://schemas.microsoft.com/office/drawing/2014/main" val="2591852899"/>
                    </a:ext>
                  </a:extLst>
                </a:gridCol>
              </a:tblGrid>
              <a:tr h="3493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E" sz="1600" b="1" i="0" u="none" strike="noStrike" spc="300" baseline="0" noProof="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Case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1" i="0" u="none" strike="noStrike" spc="300" baseline="0" noProof="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1" i="0" u="none" strike="noStrike" spc="300" baseline="0" noProof="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L/D Baseline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1" i="0" u="none" strike="noStrike" spc="300" baseline="0" noProof="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Constant Length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1" i="0" u="none" strike="noStrike" spc="300" baseline="0" noProof="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Variable Length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7725675"/>
                  </a:ext>
                </a:extLst>
              </a:tr>
              <a:tr h="72787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NACA 0012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0.72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23.18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33.41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400" b="1" i="0" u="none" strike="noStrike" noProof="0" dirty="0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</a:rPr>
                        <a:t>+44.16%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48.68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400" b="1" i="0" u="none" strike="noStrike" noProof="0" dirty="0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</a:rPr>
                        <a:t>+110.04%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99561"/>
                  </a:ext>
                </a:extLst>
              </a:tr>
              <a:tr h="72787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NACA 2412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0.2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21.89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46.54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400" b="1" i="0" u="none" strike="noStrike" noProof="0" dirty="0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</a:rPr>
                        <a:t>+112.65%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55.52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400" b="1" i="0" u="none" strike="noStrike" noProof="0" dirty="0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</a:rPr>
                        <a:t>+153.67%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440850"/>
                  </a:ext>
                </a:extLst>
              </a:tr>
              <a:tr h="72787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Boeing BACXXX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0.85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6.29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18.65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400" b="1" i="0" u="none" strike="noStrike" noProof="0" dirty="0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</a:rPr>
                        <a:t>+196.64%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47.67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400" b="1" i="0" u="none" strike="noStrike" noProof="0" dirty="0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</a:rPr>
                        <a:t>+658.32%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9319560"/>
                  </a:ext>
                </a:extLst>
              </a:tr>
              <a:tr h="72787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NASA SC(2)-0714 Transonic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0.85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2.48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19.52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400" b="1" i="0" u="none" strike="noStrike" noProof="0" dirty="0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</a:rPr>
                        <a:t>+686.73%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19.58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400" b="1" i="0" u="none" strike="noStrike" noProof="0" dirty="0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</a:rPr>
                        <a:t>+689.05%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4979581"/>
                  </a:ext>
                </a:extLst>
              </a:tr>
              <a:tr h="72787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NASA SC(2)-0714 Supersonic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1.8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0.23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0.83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400" b="1" i="0" u="none" strike="noStrike" noProof="0" dirty="0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</a:rPr>
                        <a:t>+260.78%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1.46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400" b="1" i="0" u="none" strike="noStrike" noProof="0" dirty="0">
                          <a:solidFill>
                            <a:srgbClr val="00B050"/>
                          </a:solidFill>
                          <a:effectLst/>
                          <a:latin typeface="Consolas" panose="020B0609020204030204" pitchFamily="49" charset="0"/>
                        </a:rPr>
                        <a:t>+533.47%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60097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4486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E34ED-A53B-5E14-DFE0-FEB098CF2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07A78-9C2E-44E1-BAEF-241421ED9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E" b="1" noProof="0" dirty="0"/>
              <a:t>Before and After – NACA 2412 short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993AD3-6188-2144-69D7-A0CA33C04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 noProof="0" dirty="0"/>
              <a:t>CFD-Based Aerodynamic Optimisation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A4CE6E-E37B-91E4-1F06-915906A7B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8D6C6-49D9-487F-89BA-AE72FFC7711E}" type="slidenum">
              <a:rPr lang="en-IE" noProof="0" smtClean="0"/>
              <a:t>8</a:t>
            </a:fld>
            <a:endParaRPr lang="en-IE" noProof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F3C0A7E-6FCD-BD4F-1DD4-DA0B10811F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800" y="1690688"/>
            <a:ext cx="10850400" cy="42597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47925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3578F-1C09-BFFF-0A8B-96A088D77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B9D75-0615-F91F-9C8B-749C237D5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E" b="1" noProof="0" dirty="0"/>
              <a:t>Before and After – NACA 2412 long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6C0140-5264-3056-6B3C-05F9731FE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 noProof="0" dirty="0"/>
              <a:t>CFD-Based Aerodynamic Optimisation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D83DFF-7C36-F03C-7372-102B60904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8D6C6-49D9-487F-89BA-AE72FFC7711E}" type="slidenum">
              <a:rPr lang="en-IE" noProof="0" smtClean="0"/>
              <a:t>9</a:t>
            </a:fld>
            <a:endParaRPr lang="en-IE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B47486-927F-FDD8-8ECE-C861900A72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800" y="1690688"/>
            <a:ext cx="10850400" cy="42597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74823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3D741-BFE6-0DFC-02ED-FD5943521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C6397-1722-59CE-B776-7E78A4124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E" b="1" noProof="0" dirty="0"/>
              <a:t>Before and After – BACXXX short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8799A1-C9F3-8E11-39C4-3F6267EA1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 noProof="0" dirty="0"/>
              <a:t>CFD-Based Aerodynamic Optimisation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6CC6FD-20AA-658C-9B15-22BC1B43C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8D6C6-49D9-487F-89BA-AE72FFC7711E}" type="slidenum">
              <a:rPr lang="en-IE" noProof="0" smtClean="0"/>
              <a:t>10</a:t>
            </a:fld>
            <a:endParaRPr lang="en-IE" noProof="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9FB5D72-8639-83D3-2258-0F57B86827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800" y="1690688"/>
            <a:ext cx="10850400" cy="445738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376546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B018A-3595-202D-2B5D-34A7A4E33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AC29B-928B-AC1F-F5B1-F91004897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E" b="1" noProof="0" dirty="0"/>
              <a:t>Before and After – BACXXX short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E8FECF-7088-BC1E-C5FD-39E039FF9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 noProof="0" dirty="0"/>
              <a:t>CFD-Based Aerodynamic Optimisation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4ABF55-2D1B-B81C-8FBA-4D70A3512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8D6C6-49D9-487F-89BA-AE72FFC7711E}" type="slidenum">
              <a:rPr lang="en-IE" noProof="0" smtClean="0"/>
              <a:t>11</a:t>
            </a:fld>
            <a:endParaRPr lang="en-IE" noProof="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BDC8748-8A10-5CC5-DEDB-0169DE4C11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635"/>
          <a:stretch>
            <a:fillRect/>
          </a:stretch>
        </p:blipFill>
        <p:spPr>
          <a:xfrm>
            <a:off x="670800" y="1680529"/>
            <a:ext cx="10850400" cy="445739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02767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2C533-1F39-0D32-8765-117F73365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5A1B8-A938-4503-C0AF-82DD27C91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E" b="1" noProof="0" dirty="0"/>
              <a:t>Before and After – BACXXX long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96D115-4B61-FF30-0B4A-8775899C0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 noProof="0" dirty="0"/>
              <a:t>CFD-Based Aerodynamic Optimisation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A85821-8CC3-CE0A-46E3-B9B5360B7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8D6C6-49D9-487F-89BA-AE72FFC7711E}" type="slidenum">
              <a:rPr lang="en-IE" noProof="0" smtClean="0"/>
              <a:t>12</a:t>
            </a:fld>
            <a:endParaRPr lang="en-IE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660EA2-486B-6CE9-30E9-414CBDF02E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800" y="1690688"/>
            <a:ext cx="10850400" cy="42597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758954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95480-2AC7-1A12-2FBE-AD2068125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E" dirty="0"/>
              <a:t>Downforce Trial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130C6-01C7-E5DA-D7BC-C6920B914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CFD-Based Aerodynamic Optimisation</a:t>
            </a:r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5D7808-4A25-0971-78F2-6740F1031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8D6C6-49D9-487F-89BA-AE72FFC7711E}" type="slidenum">
              <a:rPr lang="en-IE" smtClean="0"/>
              <a:t>13</a:t>
            </a:fld>
            <a:endParaRPr lang="en-I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D7BE66-6DC2-35A3-75F5-D2D931E997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788" y="1502152"/>
            <a:ext cx="9014423" cy="4687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482326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E81E2-BC8D-1D5E-7189-B304B596D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noProof="0" dirty="0"/>
              <a:t>Projected fuel and CO</a:t>
            </a:r>
            <a:r>
              <a:rPr lang="en-IE" b="1" noProof="0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₂ </a:t>
            </a:r>
            <a:r>
              <a:rPr lang="en-IE" b="1" noProof="0" dirty="0"/>
              <a:t>Savings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C98959-17DE-3070-B1BE-A87F0E65C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 noProof="0" dirty="0"/>
              <a:t>CFD-Based Aerodynamic Optimisation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5AA135-86FB-0752-534C-FDD09674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8D6C6-49D9-487F-89BA-AE72FFC7711E}" type="slidenum">
              <a:rPr lang="en-IE" noProof="0" smtClean="0"/>
              <a:t>14</a:t>
            </a:fld>
            <a:endParaRPr lang="en-IE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947D157-FE9B-58F3-B757-D3ECF1668AEB}"/>
              </a:ext>
            </a:extLst>
          </p:cNvPr>
          <p:cNvGrpSpPr/>
          <p:nvPr/>
        </p:nvGrpSpPr>
        <p:grpSpPr>
          <a:xfrm>
            <a:off x="646176" y="1622024"/>
            <a:ext cx="10899648" cy="4438640"/>
            <a:chOff x="710184" y="1847849"/>
            <a:chExt cx="10899648" cy="443864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6F0C7AC-9E4F-73D7-944D-0BDB2146F8B0}"/>
                </a:ext>
              </a:extLst>
            </p:cNvPr>
            <p:cNvGrpSpPr/>
            <p:nvPr/>
          </p:nvGrpSpPr>
          <p:grpSpPr>
            <a:xfrm>
              <a:off x="710184" y="1847849"/>
              <a:ext cx="10899648" cy="4438640"/>
              <a:chOff x="710184" y="1847849"/>
              <a:chExt cx="10899648" cy="4438640"/>
            </a:xfrm>
            <a:effectLst>
              <a:outerShdw blurRad="63500" sx="101000" sy="101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89ED70F-B598-DD2D-711A-011FAFC896E3}"/>
                  </a:ext>
                </a:extLst>
              </p:cNvPr>
              <p:cNvSpPr/>
              <p:nvPr/>
            </p:nvSpPr>
            <p:spPr>
              <a:xfrm>
                <a:off x="838200" y="1847849"/>
                <a:ext cx="5257800" cy="263271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2">
                    <a:lumMod val="50000"/>
                  </a:schemeClr>
                </a:solidFill>
              </a:ln>
              <a:effectLst>
                <a:outerShdw blurRad="25400" sx="101000" sy="101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 noProof="0" dirty="0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5C52B9D-CDFF-395B-E059-02D464141F59}"/>
                  </a:ext>
                </a:extLst>
              </p:cNvPr>
              <p:cNvSpPr/>
              <p:nvPr/>
            </p:nvSpPr>
            <p:spPr>
              <a:xfrm>
                <a:off x="710184" y="1847850"/>
                <a:ext cx="122936" cy="2632710"/>
              </a:xfrm>
              <a:prstGeom prst="rect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 noProof="0" dirty="0">
                  <a:solidFill>
                    <a:schemeClr val="accent1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F391959-CF1C-211A-F626-73FE9FBE546E}"/>
                  </a:ext>
                </a:extLst>
              </p:cNvPr>
              <p:cNvSpPr/>
              <p:nvPr/>
            </p:nvSpPr>
            <p:spPr>
              <a:xfrm>
                <a:off x="833120" y="4598670"/>
                <a:ext cx="10776712" cy="168781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2">
                    <a:lumMod val="50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85750" indent="-285750">
                  <a:buClr>
                    <a:srgbClr val="7030A0"/>
                  </a:buClr>
                  <a:buFont typeface="Courier New" panose="02070309020205020404" pitchFamily="49" charset="0"/>
                  <a:buChar char="o"/>
                </a:pPr>
                <a:r>
                  <a:rPr lang="en-IE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All flight hours are at cruise speed/altitude</a:t>
                </a:r>
              </a:p>
              <a:p>
                <a:pPr marL="285750" indent="-285750">
                  <a:buClr>
                    <a:srgbClr val="7030A0"/>
                  </a:buClr>
                  <a:buFont typeface="Courier New" panose="02070309020205020404" pitchFamily="49" charset="0"/>
                  <a:buChar char="o"/>
                </a:pPr>
                <a:r>
                  <a:rPr lang="en-IE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Fixed boundary conditions</a:t>
                </a:r>
              </a:p>
              <a:p>
                <a:pPr marL="285750" indent="-285750">
                  <a:buClr>
                    <a:srgbClr val="7030A0"/>
                  </a:buClr>
                  <a:buFont typeface="Courier New" panose="02070309020205020404" pitchFamily="49" charset="0"/>
                  <a:buChar char="o"/>
                </a:pPr>
                <a:r>
                  <a:rPr lang="en-IE" noProof="0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Fixed thrust-specific fuel capacity (TSFC) [49]</a:t>
                </a:r>
              </a:p>
              <a:p>
                <a:pPr marL="285750" indent="-285750">
                  <a:buClr>
                    <a:srgbClr val="7030A0"/>
                  </a:buClr>
                  <a:buFont typeface="Courier New" panose="02070309020205020404" pitchFamily="49" charset="0"/>
                  <a:buChar char="o"/>
                </a:pPr>
                <a:r>
                  <a:rPr lang="en-IE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Constant L/D ratio</a:t>
                </a:r>
              </a:p>
              <a:p>
                <a:pPr marL="285750" indent="-285750">
                  <a:buClr>
                    <a:srgbClr val="7030A0"/>
                  </a:buClr>
                  <a:buFont typeface="Courier New" panose="02070309020205020404" pitchFamily="49" charset="0"/>
                  <a:buChar char="o"/>
                </a:pPr>
                <a:r>
                  <a:rPr lang="en-IE" dirty="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Single point optimisation with no structural testing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659FC55-48E5-4EB9-AE1A-D6963913EEFE}"/>
                  </a:ext>
                </a:extLst>
              </p:cNvPr>
              <p:cNvSpPr/>
              <p:nvPr/>
            </p:nvSpPr>
            <p:spPr>
              <a:xfrm>
                <a:off x="710184" y="4598670"/>
                <a:ext cx="122936" cy="1687819"/>
              </a:xfrm>
              <a:prstGeom prst="rect">
                <a:avLst/>
              </a:prstGeom>
              <a:solidFill>
                <a:srgbClr val="7030A0"/>
              </a:solidFill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 noProof="0" dirty="0">
                  <a:solidFill>
                    <a:schemeClr val="accent1">
                      <a:lumMod val="40000"/>
                      <a:lumOff val="60000"/>
                    </a:schemeClr>
                  </a:solidFill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73C2449-2870-98A0-9F50-9F36B8F1FC79}"/>
                </a:ext>
              </a:extLst>
            </p:cNvPr>
            <p:cNvGrpSpPr/>
            <p:nvPr/>
          </p:nvGrpSpPr>
          <p:grpSpPr>
            <a:xfrm>
              <a:off x="6224016" y="1847849"/>
              <a:ext cx="5385816" cy="2632710"/>
              <a:chOff x="6406242" y="1847849"/>
              <a:chExt cx="5385816" cy="4351338"/>
            </a:xfrm>
            <a:effectLst>
              <a:outerShdw blurRad="25400" sx="101000" sy="101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D30355D-5555-0EDE-812F-0668142E573E}"/>
                  </a:ext>
                </a:extLst>
              </p:cNvPr>
              <p:cNvSpPr/>
              <p:nvPr/>
            </p:nvSpPr>
            <p:spPr>
              <a:xfrm>
                <a:off x="6406242" y="1847849"/>
                <a:ext cx="128016" cy="4351338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bg2">
                    <a:lumMod val="50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 noProof="0" dirty="0">
                  <a:solidFill>
                    <a:schemeClr val="accent1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8C178F1-A02B-471F-9B0B-6505C77BABF0}"/>
                  </a:ext>
                </a:extLst>
              </p:cNvPr>
              <p:cNvSpPr/>
              <p:nvPr/>
            </p:nvSpPr>
            <p:spPr>
              <a:xfrm>
                <a:off x="6534258" y="1847849"/>
                <a:ext cx="5257800" cy="435133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 noProof="0" dirty="0"/>
              </a:p>
            </p:txBody>
          </p:sp>
        </p:grp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FE651114-A446-16F0-1388-086DF49E1856}"/>
              </a:ext>
            </a:extLst>
          </p:cNvPr>
          <p:cNvSpPr txBox="1"/>
          <p:nvPr/>
        </p:nvSpPr>
        <p:spPr>
          <a:xfrm>
            <a:off x="1094232" y="1864714"/>
            <a:ext cx="493776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b="1" dirty="0">
                <a:latin typeface="Georgia" panose="02040502050405020303" pitchFamily="18" charset="0"/>
              </a:rPr>
              <a:t>Cessna 172:</a:t>
            </a:r>
          </a:p>
          <a:p>
            <a:r>
              <a:rPr lang="en-IE" sz="1400" dirty="0">
                <a:latin typeface="Consolas" panose="020B0609020204030204" pitchFamily="49" charset="0"/>
              </a:rPr>
              <a:t>~20,000 in service, 100 flight-hours/year [45]</a:t>
            </a:r>
          </a:p>
          <a:p>
            <a:endParaRPr lang="en-IE" dirty="0"/>
          </a:p>
          <a:p>
            <a:r>
              <a:rPr lang="en-IE" b="1" dirty="0">
                <a:latin typeface="Georgia" panose="02040502050405020303" pitchFamily="18" charset="0"/>
              </a:rPr>
              <a:t>Fuel saved per flight:</a:t>
            </a:r>
          </a:p>
          <a:p>
            <a:r>
              <a:rPr lang="en-IE" sz="1600" b="1" dirty="0">
                <a:latin typeface="Consolas" panose="020B0609020204030204" pitchFamily="49" charset="0"/>
              </a:rPr>
              <a:t>13.5 kg </a:t>
            </a:r>
            <a:r>
              <a:rPr lang="en-IE" sz="1600" dirty="0">
                <a:latin typeface="Consolas" panose="020B0609020204030204" pitchFamily="49" charset="0"/>
              </a:rPr>
              <a:t>(L/D: 46.5 instead of 21.9)</a:t>
            </a:r>
            <a:endParaRPr lang="en-IE" dirty="0">
              <a:latin typeface="Consolas" panose="020B0609020204030204" pitchFamily="49" charset="0"/>
            </a:endParaRPr>
          </a:p>
          <a:p>
            <a:endParaRPr lang="en-IE" dirty="0"/>
          </a:p>
          <a:p>
            <a:r>
              <a:rPr lang="en-IE" b="1" dirty="0">
                <a:latin typeface="Georgia" panose="02040502050405020303" pitchFamily="18" charset="0"/>
              </a:rPr>
              <a:t>CO₂ Savings Per Year:</a:t>
            </a:r>
          </a:p>
          <a:p>
            <a:r>
              <a:rPr lang="en-IE" b="1" dirty="0">
                <a:latin typeface="Georgia" panose="02040502050405020303" pitchFamily="18" charset="0"/>
              </a:rPr>
              <a:t>21,195 tonnes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B04E11-43B9-7996-8BEF-01773511B730}"/>
              </a:ext>
            </a:extLst>
          </p:cNvPr>
          <p:cNvSpPr txBox="1"/>
          <p:nvPr/>
        </p:nvSpPr>
        <p:spPr>
          <a:xfrm>
            <a:off x="6620510" y="1756993"/>
            <a:ext cx="4400804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b="1" dirty="0">
                <a:latin typeface="Georgia" panose="02040502050405020303" pitchFamily="18" charset="0"/>
              </a:rPr>
              <a:t>Boeing 747-400:</a:t>
            </a:r>
          </a:p>
          <a:p>
            <a:r>
              <a:rPr lang="en-IE" sz="1400" dirty="0">
                <a:latin typeface="Consolas" panose="020B0609020204030204" pitchFamily="49" charset="0"/>
              </a:rPr>
              <a:t>255 in service [46], 2,000 flight-hours/year [47][48]</a:t>
            </a:r>
          </a:p>
          <a:p>
            <a:endParaRPr lang="en-IE" dirty="0"/>
          </a:p>
          <a:p>
            <a:r>
              <a:rPr lang="en-IE" b="1" dirty="0">
                <a:latin typeface="Georgia" panose="02040502050405020303" pitchFamily="18" charset="0"/>
              </a:rPr>
              <a:t>Fuel saved per flight:</a:t>
            </a:r>
          </a:p>
          <a:p>
            <a:r>
              <a:rPr lang="en-IE" sz="1600" b="1" dirty="0">
                <a:latin typeface="Consolas" panose="020B0609020204030204" pitchFamily="49" charset="0"/>
              </a:rPr>
              <a:t>11,785 kg </a:t>
            </a:r>
            <a:r>
              <a:rPr lang="en-IE" sz="1600" dirty="0">
                <a:latin typeface="Consolas" panose="020B0609020204030204" pitchFamily="49" charset="0"/>
              </a:rPr>
              <a:t>(L/D: 18.6 instead of 6.3)</a:t>
            </a:r>
            <a:endParaRPr lang="en-IE" dirty="0">
              <a:latin typeface="Consolas" panose="020B0609020204030204" pitchFamily="49" charset="0"/>
            </a:endParaRPr>
          </a:p>
          <a:p>
            <a:endParaRPr lang="en-IE" dirty="0"/>
          </a:p>
          <a:p>
            <a:r>
              <a:rPr lang="en-IE" b="1" dirty="0">
                <a:latin typeface="Georgia" panose="02040502050405020303" pitchFamily="18" charset="0"/>
              </a:rPr>
              <a:t>CO₂ Savings Per Year:</a:t>
            </a:r>
          </a:p>
          <a:p>
            <a:r>
              <a:rPr lang="en-IE" b="1" dirty="0">
                <a:latin typeface="Georgia" panose="02040502050405020303" pitchFamily="18" charset="0"/>
              </a:rPr>
              <a:t>1.89 million tonnes</a:t>
            </a:r>
          </a:p>
        </p:txBody>
      </p:sp>
    </p:spTree>
    <p:extLst>
      <p:ext uri="{BB962C8B-B14F-4D97-AF65-F5344CB8AC3E}">
        <p14:creationId xmlns:p14="http://schemas.microsoft.com/office/powerpoint/2010/main" val="14344985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21AC5-6D0D-7A00-58D8-7F5A184A8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noProof="0" dirty="0"/>
              <a:t>Ideal Solver Settings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B06CB7-C5FB-4FDA-7F10-901F3CA14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 noProof="0" dirty="0"/>
              <a:t>CFD-Based Aerodynamic Optimisation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35B938-4272-E9A4-8779-A2E0E794A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8D6C6-49D9-487F-89BA-AE72FFC7711E}" type="slidenum">
              <a:rPr lang="en-IE" noProof="0" smtClean="0"/>
              <a:t>15</a:t>
            </a:fld>
            <a:endParaRPr lang="en-IE" noProof="0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11590F6-BD63-ED5A-7DA8-CAF105FE4CE6}"/>
              </a:ext>
            </a:extLst>
          </p:cNvPr>
          <p:cNvGrpSpPr/>
          <p:nvPr/>
        </p:nvGrpSpPr>
        <p:grpSpPr>
          <a:xfrm>
            <a:off x="838200" y="1985280"/>
            <a:ext cx="3200400" cy="1503680"/>
            <a:chOff x="838200" y="1925320"/>
            <a:chExt cx="3200400" cy="1503680"/>
          </a:xfrm>
          <a:effectLst/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94B04A4-9148-E6CF-37EC-1D5C31274113}"/>
                </a:ext>
              </a:extLst>
            </p:cNvPr>
            <p:cNvSpPr/>
            <p:nvPr/>
          </p:nvSpPr>
          <p:spPr>
            <a:xfrm>
              <a:off x="838200" y="1925320"/>
              <a:ext cx="3200400" cy="15036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2"/>
              </a:solidFill>
            </a:ln>
            <a:effectLst>
              <a:outerShdw blurRad="25400" sx="101000" sy="101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 noProof="0" dirty="0">
                <a:solidFill>
                  <a:schemeClr val="tx1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A9F3A8F-1F3B-25BE-5F93-D5A679BB4E46}"/>
                </a:ext>
              </a:extLst>
            </p:cNvPr>
            <p:cNvSpPr/>
            <p:nvPr/>
          </p:nvSpPr>
          <p:spPr>
            <a:xfrm>
              <a:off x="1696720" y="2016919"/>
              <a:ext cx="2341880" cy="1285082"/>
            </a:xfrm>
            <a:prstGeom prst="rect">
              <a:avLst/>
            </a:prstGeom>
            <a:noFill/>
            <a:ln>
              <a:noFill/>
            </a:ln>
            <a:effectLst>
              <a:outerShdw blurRad="25400" sx="101000" sy="101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E" sz="1400" b="1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y</a:t>
              </a:r>
              <a:r>
                <a:rPr lang="en-IE" sz="1400" b="1" noProof="0" dirty="0">
                  <a:solidFill>
                    <a:schemeClr val="tx1"/>
                  </a:solidFill>
                  <a:latin typeface="Georgia" panose="02040502050405020303" pitchFamily="18" charset="0"/>
                  <a:ea typeface="Calibri" pitchFamily="34" charset="-122"/>
                  <a:cs typeface="Calibri" pitchFamily="34" charset="-120"/>
                </a:rPr>
                <a:t>⁺</a:t>
              </a:r>
              <a:r>
                <a:rPr lang="en-IE" sz="1400" b="1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:</a:t>
              </a:r>
              <a:r>
                <a:rPr lang="en-IE" sz="14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 Mostly unaffected by first layer height unless in transonic flow conditions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298B6609-288D-F26A-FE88-0BE06FBA1BFF}"/>
                </a:ext>
              </a:extLst>
            </p:cNvPr>
            <p:cNvSpPr/>
            <p:nvPr/>
          </p:nvSpPr>
          <p:spPr>
            <a:xfrm>
              <a:off x="963482" y="2326760"/>
              <a:ext cx="707390" cy="713620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2800" noProof="0" dirty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Georgia" panose="02040502050405020303" pitchFamily="18" charset="0"/>
                </a:rPr>
                <a:t>y</a:t>
              </a:r>
              <a:r>
                <a:rPr lang="en-IE" sz="2400" b="1" noProof="0" dirty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Georgia" panose="02040502050405020303" pitchFamily="18" charset="0"/>
                  <a:ea typeface="Calibri" pitchFamily="34" charset="-122"/>
                  <a:cs typeface="Calibri" pitchFamily="34" charset="-120"/>
                </a:rPr>
                <a:t>⁺</a:t>
              </a:r>
              <a:endParaRPr lang="en-IE" sz="2800" noProof="0" dirty="0">
                <a:solidFill>
                  <a:schemeClr val="accent3">
                    <a:lumMod val="20000"/>
                    <a:lumOff val="80000"/>
                  </a:schemeClr>
                </a:solidFill>
                <a:latin typeface="Georgia" panose="02040502050405020303" pitchFamily="18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D46CB14-FC49-B155-DE64-679D842FAE15}"/>
              </a:ext>
            </a:extLst>
          </p:cNvPr>
          <p:cNvGrpSpPr/>
          <p:nvPr/>
        </p:nvGrpSpPr>
        <p:grpSpPr>
          <a:xfrm>
            <a:off x="4495800" y="1985280"/>
            <a:ext cx="3200400" cy="1503680"/>
            <a:chOff x="4495800" y="1925320"/>
            <a:chExt cx="3200400" cy="150368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96029AF-53FC-2BDC-18DF-4E24C1705F6E}"/>
                </a:ext>
              </a:extLst>
            </p:cNvPr>
            <p:cNvSpPr/>
            <p:nvPr/>
          </p:nvSpPr>
          <p:spPr>
            <a:xfrm>
              <a:off x="4495800" y="1925320"/>
              <a:ext cx="3200400" cy="15036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2"/>
              </a:solidFill>
            </a:ln>
            <a:effectLst>
              <a:outerShdw blurRad="25400" sx="101000" sy="101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 noProof="0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6D3A665-5733-0681-76AE-918DDE0631EE}"/>
                </a:ext>
              </a:extLst>
            </p:cNvPr>
            <p:cNvSpPr/>
            <p:nvPr/>
          </p:nvSpPr>
          <p:spPr>
            <a:xfrm>
              <a:off x="5354320" y="2097089"/>
              <a:ext cx="2341880" cy="1204912"/>
            </a:xfrm>
            <a:prstGeom prst="rect">
              <a:avLst/>
            </a:prstGeom>
            <a:noFill/>
            <a:ln>
              <a:noFill/>
            </a:ln>
            <a:effectLst>
              <a:outerShdw blurRad="25400" sx="101000" sy="101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E" sz="1400" b="1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Polyhedra Volume Fill: </a:t>
              </a:r>
              <a:r>
                <a:rPr lang="en-IE" sz="14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Same results as others at lower cell count/faster solve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7F4393F-9E5A-4E03-0446-C6E750EE2024}"/>
                </a:ext>
              </a:extLst>
            </p:cNvPr>
            <p:cNvSpPr/>
            <p:nvPr/>
          </p:nvSpPr>
          <p:spPr>
            <a:xfrm>
              <a:off x="4626162" y="2326760"/>
              <a:ext cx="707390" cy="713620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2800" noProof="0" dirty="0">
                  <a:solidFill>
                    <a:srgbClr val="FFC000"/>
                  </a:solidFill>
                  <a:latin typeface="Georgia" panose="02040502050405020303" pitchFamily="18" charset="0"/>
                </a:rPr>
                <a:t>◊</a:t>
              </a:r>
              <a:endParaRPr lang="en-IE" noProof="0" dirty="0">
                <a:solidFill>
                  <a:srgbClr val="FFC000"/>
                </a:solidFill>
                <a:latin typeface="Georgia" panose="02040502050405020303" pitchFamily="18" charset="0"/>
              </a:endParaRPr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E06484A6-AF97-D335-39C7-CBDA84850AD5}"/>
              </a:ext>
            </a:extLst>
          </p:cNvPr>
          <p:cNvSpPr/>
          <p:nvPr/>
        </p:nvSpPr>
        <p:spPr>
          <a:xfrm>
            <a:off x="5420360" y="2588381"/>
            <a:ext cx="2214880" cy="713620"/>
          </a:xfrm>
          <a:prstGeom prst="rect">
            <a:avLst/>
          </a:prstGeom>
          <a:noFill/>
          <a:ln>
            <a:noFill/>
          </a:ln>
          <a:effectLst>
            <a:outerShdw blurRad="25400" sx="101000" sy="101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E" sz="1400" noProof="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C63EAE9-5B9C-D1EE-D23F-FEBD07075DB8}"/>
              </a:ext>
            </a:extLst>
          </p:cNvPr>
          <p:cNvGrpSpPr/>
          <p:nvPr/>
        </p:nvGrpSpPr>
        <p:grpSpPr>
          <a:xfrm>
            <a:off x="8153400" y="1985280"/>
            <a:ext cx="3200400" cy="1503680"/>
            <a:chOff x="4495800" y="1925320"/>
            <a:chExt cx="3200400" cy="150368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8AC0041-A8F5-3EE2-4C3A-D3742AE903A9}"/>
                </a:ext>
              </a:extLst>
            </p:cNvPr>
            <p:cNvSpPr/>
            <p:nvPr/>
          </p:nvSpPr>
          <p:spPr>
            <a:xfrm>
              <a:off x="4495800" y="1925320"/>
              <a:ext cx="3200400" cy="15036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2"/>
              </a:solidFill>
            </a:ln>
            <a:effectLst>
              <a:outerShdw blurRad="25400" sx="101000" sy="101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 noProof="0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49694D5-12E1-5994-1106-B18C14243E5E}"/>
                </a:ext>
              </a:extLst>
            </p:cNvPr>
            <p:cNvSpPr/>
            <p:nvPr/>
          </p:nvSpPr>
          <p:spPr>
            <a:xfrm>
              <a:off x="5354320" y="2097089"/>
              <a:ext cx="2341880" cy="1204912"/>
            </a:xfrm>
            <a:prstGeom prst="rect">
              <a:avLst/>
            </a:prstGeom>
            <a:noFill/>
            <a:ln>
              <a:noFill/>
            </a:ln>
            <a:effectLst>
              <a:outerShdw blurRad="25400" sx="101000" sy="101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E" sz="1400" b="1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Coupled Flow Scheme: </a:t>
              </a:r>
              <a:r>
                <a:rPr lang="en-IE" sz="14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Converged in the least number of iterations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E9458A67-617C-1B38-9FEB-81E16670DC71}"/>
                </a:ext>
              </a:extLst>
            </p:cNvPr>
            <p:cNvSpPr/>
            <p:nvPr/>
          </p:nvSpPr>
          <p:spPr>
            <a:xfrm>
              <a:off x="4626162" y="2326760"/>
              <a:ext cx="707390" cy="713620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2800" noProof="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Georgia" panose="02040502050405020303" pitchFamily="18" charset="0"/>
                </a:rPr>
                <a:t>‼</a:t>
              </a:r>
              <a:endParaRPr lang="en-IE" noProof="0" dirty="0">
                <a:solidFill>
                  <a:schemeClr val="accent5">
                    <a:lumMod val="60000"/>
                    <a:lumOff val="40000"/>
                  </a:schemeClr>
                </a:solidFill>
                <a:latin typeface="Georgia" panose="02040502050405020303" pitchFamily="18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DC8A424-3EED-C7D2-6F7C-3EFE8FA5ECF7}"/>
              </a:ext>
            </a:extLst>
          </p:cNvPr>
          <p:cNvGrpSpPr/>
          <p:nvPr/>
        </p:nvGrpSpPr>
        <p:grpSpPr>
          <a:xfrm>
            <a:off x="838200" y="3895360"/>
            <a:ext cx="3200400" cy="1503680"/>
            <a:chOff x="838200" y="1925320"/>
            <a:chExt cx="3200400" cy="1503680"/>
          </a:xfrm>
          <a:effectLst/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CF52E7E-619F-642F-BABD-6C0A495B32C7}"/>
                </a:ext>
              </a:extLst>
            </p:cNvPr>
            <p:cNvSpPr/>
            <p:nvPr/>
          </p:nvSpPr>
          <p:spPr>
            <a:xfrm>
              <a:off x="838200" y="1925320"/>
              <a:ext cx="3200400" cy="15036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2"/>
              </a:solidFill>
            </a:ln>
            <a:effectLst>
              <a:outerShdw blurRad="25400" sx="101000" sy="101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 noProof="0" dirty="0">
                <a:solidFill>
                  <a:schemeClr val="tx1"/>
                </a:solidFill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124BA91-2AF4-72EF-02E5-2ECB40C3C480}"/>
                </a:ext>
              </a:extLst>
            </p:cNvPr>
            <p:cNvSpPr/>
            <p:nvPr/>
          </p:nvSpPr>
          <p:spPr>
            <a:xfrm>
              <a:off x="1696720" y="2016919"/>
              <a:ext cx="2341880" cy="1285082"/>
            </a:xfrm>
            <a:prstGeom prst="rect">
              <a:avLst/>
            </a:prstGeom>
            <a:noFill/>
            <a:ln>
              <a:noFill/>
            </a:ln>
            <a:effectLst>
              <a:outerShdw blurRad="25400" sx="101000" sy="101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E" sz="1400" b="1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k-ω: </a:t>
              </a:r>
              <a:r>
                <a:rPr lang="en-IE" sz="14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y</a:t>
              </a:r>
              <a:r>
                <a:rPr lang="en-IE" sz="1400" noProof="0" dirty="0">
                  <a:solidFill>
                    <a:schemeClr val="tx1"/>
                  </a:solidFill>
                  <a:latin typeface="Consolas" panose="020B0609020204030204" pitchFamily="49" charset="0"/>
                  <a:ea typeface="Calibri" pitchFamily="34" charset="-122"/>
                  <a:cs typeface="Calibri" pitchFamily="34" charset="-120"/>
                </a:rPr>
                <a:t>⁺ insensitive, handles detached flow better. Spalart-Allmaras is faster for attached flows</a:t>
              </a:r>
              <a:endParaRPr lang="en-IE" sz="1400" noProof="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ED4F74E3-0A80-630F-C3D6-F4252218EB9D}"/>
                </a:ext>
              </a:extLst>
            </p:cNvPr>
            <p:cNvSpPr/>
            <p:nvPr/>
          </p:nvSpPr>
          <p:spPr>
            <a:xfrm>
              <a:off x="963482" y="2326760"/>
              <a:ext cx="707390" cy="713620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E" sz="2400" noProof="0" dirty="0">
                <a:solidFill>
                  <a:schemeClr val="accent3">
                    <a:lumMod val="20000"/>
                    <a:lumOff val="80000"/>
                  </a:schemeClr>
                </a:solidFill>
                <a:latin typeface="Georgia" panose="02040502050405020303" pitchFamily="18" charset="0"/>
              </a:endParaRP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7D557BCF-098E-F38E-0B4C-3930B85B7188}"/>
              </a:ext>
            </a:extLst>
          </p:cNvPr>
          <p:cNvSpPr txBox="1"/>
          <p:nvPr/>
        </p:nvSpPr>
        <p:spPr>
          <a:xfrm>
            <a:off x="963482" y="4484919"/>
            <a:ext cx="707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noProof="0" dirty="0">
                <a:solidFill>
                  <a:schemeClr val="accent2">
                    <a:lumMod val="40000"/>
                    <a:lumOff val="60000"/>
                  </a:schemeClr>
                </a:solidFill>
                <a:latin typeface="Georgia" panose="02040502050405020303" pitchFamily="18" charset="0"/>
              </a:rPr>
              <a:t>k-ω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BA5D83E-686B-1C30-4437-A50CFF75218D}"/>
              </a:ext>
            </a:extLst>
          </p:cNvPr>
          <p:cNvGrpSpPr/>
          <p:nvPr/>
        </p:nvGrpSpPr>
        <p:grpSpPr>
          <a:xfrm>
            <a:off x="4495800" y="3895360"/>
            <a:ext cx="3200400" cy="1503680"/>
            <a:chOff x="838200" y="1925320"/>
            <a:chExt cx="3200400" cy="1503680"/>
          </a:xfrm>
          <a:effectLst/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B2BC19B9-E4F6-8E4B-94FC-C4D328E4D2B9}"/>
                </a:ext>
              </a:extLst>
            </p:cNvPr>
            <p:cNvSpPr/>
            <p:nvPr/>
          </p:nvSpPr>
          <p:spPr>
            <a:xfrm>
              <a:off x="838200" y="1925320"/>
              <a:ext cx="3200400" cy="15036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2"/>
              </a:solidFill>
            </a:ln>
            <a:effectLst>
              <a:outerShdw blurRad="25400" sx="101000" sy="101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 noProof="0" dirty="0">
                <a:solidFill>
                  <a:schemeClr val="tx1"/>
                </a:solidFill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465D77C-B0E4-180E-10D7-2E1F1B5D5AD5}"/>
                </a:ext>
              </a:extLst>
            </p:cNvPr>
            <p:cNvSpPr/>
            <p:nvPr/>
          </p:nvSpPr>
          <p:spPr>
            <a:xfrm>
              <a:off x="1696720" y="2016919"/>
              <a:ext cx="2341880" cy="1285082"/>
            </a:xfrm>
            <a:prstGeom prst="rect">
              <a:avLst/>
            </a:prstGeom>
            <a:noFill/>
            <a:ln>
              <a:noFill/>
            </a:ln>
            <a:effectLst>
              <a:outerShdw blurRad="25400" sx="101000" sy="101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E" sz="1400" b="1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2D vs 3D: </a:t>
              </a:r>
              <a:r>
                <a:rPr lang="en-IE" sz="14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2D generally shows more favourable flow conditions, good for optimisation</a:t>
              </a: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62E36C6F-F8ED-9523-DE63-9AAA586535AB}"/>
                </a:ext>
              </a:extLst>
            </p:cNvPr>
            <p:cNvSpPr/>
            <p:nvPr/>
          </p:nvSpPr>
          <p:spPr>
            <a:xfrm>
              <a:off x="963482" y="2326760"/>
              <a:ext cx="707390" cy="713620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2400" noProof="0" dirty="0">
                  <a:solidFill>
                    <a:srgbClr val="FFFF00"/>
                  </a:solidFill>
                  <a:latin typeface="Georgia" panose="02040502050405020303" pitchFamily="18" charset="0"/>
                </a:rPr>
                <a:t>┘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BB56909-A333-DE1E-CEDD-703A23B678C5}"/>
              </a:ext>
            </a:extLst>
          </p:cNvPr>
          <p:cNvGrpSpPr/>
          <p:nvPr/>
        </p:nvGrpSpPr>
        <p:grpSpPr>
          <a:xfrm>
            <a:off x="8153400" y="3895360"/>
            <a:ext cx="3200400" cy="1503680"/>
            <a:chOff x="4495800" y="1925320"/>
            <a:chExt cx="3200400" cy="1503680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94C26B8C-4569-09A0-8005-B2D1292D004B}"/>
                </a:ext>
              </a:extLst>
            </p:cNvPr>
            <p:cNvSpPr/>
            <p:nvPr/>
          </p:nvSpPr>
          <p:spPr>
            <a:xfrm>
              <a:off x="4495800" y="1925320"/>
              <a:ext cx="3200400" cy="15036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2"/>
              </a:solidFill>
            </a:ln>
            <a:effectLst>
              <a:outerShdw blurRad="25400" sx="101000" sy="101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 noProof="0" dirty="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CB460890-430C-FA83-CFCA-40ABD552A805}"/>
                </a:ext>
              </a:extLst>
            </p:cNvPr>
            <p:cNvSpPr/>
            <p:nvPr/>
          </p:nvSpPr>
          <p:spPr>
            <a:xfrm>
              <a:off x="5354320" y="2097089"/>
              <a:ext cx="2341880" cy="1204912"/>
            </a:xfrm>
            <a:prstGeom prst="rect">
              <a:avLst/>
            </a:prstGeom>
            <a:noFill/>
            <a:ln>
              <a:noFill/>
            </a:ln>
            <a:effectLst>
              <a:outerShdw blurRad="25400" sx="101000" sy="101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E" sz="1400" b="1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Global Time Step: </a:t>
              </a:r>
              <a:r>
                <a:rPr lang="en-IE" sz="1400" noProof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Disabled is best. Saves only a few iterations while risking divergence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64D4CEBA-05C8-8CFD-2851-19B03CAB1C5A}"/>
                </a:ext>
              </a:extLst>
            </p:cNvPr>
            <p:cNvSpPr/>
            <p:nvPr/>
          </p:nvSpPr>
          <p:spPr>
            <a:xfrm>
              <a:off x="4626162" y="2326760"/>
              <a:ext cx="707390" cy="713620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28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Georgia" panose="02040502050405020303" pitchFamily="18" charset="0"/>
                </a:rPr>
                <a:t>T</a:t>
              </a:r>
              <a:endParaRPr lang="en-IE" noProof="0" dirty="0">
                <a:solidFill>
                  <a:schemeClr val="accent6">
                    <a:lumMod val="40000"/>
                    <a:lumOff val="60000"/>
                  </a:schemeClr>
                </a:solidFill>
                <a:latin typeface="Georgia" panose="02040502050405020303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633491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2CD54-B519-2211-8486-D5691F816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4000" b="1" dirty="0"/>
              <a:t>What Was Delivered and Future Work</a:t>
            </a:r>
            <a:endParaRPr lang="en-IE" sz="4000" b="1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A04972-57E1-598A-BB93-4991B0639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 noProof="0" dirty="0"/>
              <a:t>CFD-Based Aerodynamic Optimisation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F6FE70-8BE6-8DEB-D897-9C5FBCABE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8D6C6-49D9-487F-89BA-AE72FFC7711E}" type="slidenum">
              <a:rPr lang="en-IE" noProof="0" smtClean="0"/>
              <a:t>16</a:t>
            </a:fld>
            <a:endParaRPr lang="en-IE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DA9A97E-0BAE-BC4B-008B-E896FC2093AD}"/>
              </a:ext>
            </a:extLst>
          </p:cNvPr>
          <p:cNvGrpSpPr/>
          <p:nvPr/>
        </p:nvGrpSpPr>
        <p:grpSpPr>
          <a:xfrm>
            <a:off x="838200" y="1690687"/>
            <a:ext cx="10899648" cy="4189252"/>
            <a:chOff x="710184" y="1847848"/>
            <a:chExt cx="10899648" cy="418925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E415D77-EAA4-08C2-6573-EB854147B07B}"/>
                </a:ext>
              </a:extLst>
            </p:cNvPr>
            <p:cNvGrpSpPr/>
            <p:nvPr/>
          </p:nvGrpSpPr>
          <p:grpSpPr>
            <a:xfrm>
              <a:off x="710184" y="1847849"/>
              <a:ext cx="5385816" cy="4189251"/>
              <a:chOff x="710184" y="1847849"/>
              <a:chExt cx="5385816" cy="4189251"/>
            </a:xfrm>
            <a:effectLst>
              <a:outerShdw blurRad="63500" sx="101000" sy="101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F719238-DEB8-B2DC-EF67-49A683940475}"/>
                  </a:ext>
                </a:extLst>
              </p:cNvPr>
              <p:cNvSpPr/>
              <p:nvPr/>
            </p:nvSpPr>
            <p:spPr>
              <a:xfrm>
                <a:off x="838200" y="1847849"/>
                <a:ext cx="5257800" cy="418925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2">
                    <a:lumMod val="50000"/>
                  </a:schemeClr>
                </a:solidFill>
              </a:ln>
              <a:effectLst>
                <a:outerShdw blurRad="25400" sx="101000" sy="101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 noProof="0" dirty="0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FE0EFC0-3041-F2D8-F981-EBE0561CA5B3}"/>
                  </a:ext>
                </a:extLst>
              </p:cNvPr>
              <p:cNvSpPr/>
              <p:nvPr/>
            </p:nvSpPr>
            <p:spPr>
              <a:xfrm>
                <a:off x="710184" y="1847849"/>
                <a:ext cx="122936" cy="4189249"/>
              </a:xfrm>
              <a:prstGeom prst="rect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 noProof="0" dirty="0">
                  <a:solidFill>
                    <a:schemeClr val="accent1">
                      <a:lumMod val="40000"/>
                      <a:lumOff val="60000"/>
                    </a:schemeClr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9E371BF-6238-BD5F-5A55-1459424CB59A}"/>
                </a:ext>
              </a:extLst>
            </p:cNvPr>
            <p:cNvGrpSpPr/>
            <p:nvPr/>
          </p:nvGrpSpPr>
          <p:grpSpPr>
            <a:xfrm>
              <a:off x="6224016" y="1847848"/>
              <a:ext cx="5385816" cy="4189249"/>
              <a:chOff x="6406242" y="1847847"/>
              <a:chExt cx="5385816" cy="6923983"/>
            </a:xfrm>
            <a:effectLst>
              <a:outerShdw blurRad="25400" sx="101000" sy="101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FF79178-3BA7-A059-CBAD-A02500977FB3}"/>
                  </a:ext>
                </a:extLst>
              </p:cNvPr>
              <p:cNvSpPr/>
              <p:nvPr/>
            </p:nvSpPr>
            <p:spPr>
              <a:xfrm>
                <a:off x="6406242" y="1847847"/>
                <a:ext cx="128016" cy="6923983"/>
              </a:xfrm>
              <a:prstGeom prst="rect">
                <a:avLst/>
              </a:prstGeom>
              <a:solidFill>
                <a:srgbClr val="FFC000"/>
              </a:solidFill>
              <a:ln w="9525">
                <a:solidFill>
                  <a:schemeClr val="bg2">
                    <a:lumMod val="50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 noProof="0" dirty="0">
                  <a:solidFill>
                    <a:schemeClr val="accent1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000FE32-7C6B-D178-33F1-D37E72DADFBD}"/>
                  </a:ext>
                </a:extLst>
              </p:cNvPr>
              <p:cNvSpPr/>
              <p:nvPr/>
            </p:nvSpPr>
            <p:spPr>
              <a:xfrm>
                <a:off x="6534258" y="1847847"/>
                <a:ext cx="5257800" cy="692398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 noProof="0" dirty="0"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E0B3B3E-9EB4-98BA-F9C1-7F83B5B7ECA2}"/>
              </a:ext>
            </a:extLst>
          </p:cNvPr>
          <p:cNvSpPr txBox="1"/>
          <p:nvPr/>
        </p:nvSpPr>
        <p:spPr>
          <a:xfrm>
            <a:off x="1354668" y="2286000"/>
            <a:ext cx="4487332" cy="2960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E" b="1" dirty="0">
                <a:latin typeface="Georgia" panose="02040502050405020303" pitchFamily="18" charset="0"/>
              </a:rPr>
              <a:t>Delivered: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dirty="0">
                <a:latin typeface="Consolas" panose="020B0609020204030204" pitchFamily="49" charset="0"/>
              </a:rPr>
              <a:t>L/D improved on all cases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dirty="0">
                <a:latin typeface="Consolas" panose="020B0609020204030204" pitchFamily="49" charset="0"/>
              </a:rPr>
              <a:t>Reduction of the transonic shock wave size [50]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dirty="0">
                <a:latin typeface="Consolas" panose="020B0609020204030204" pitchFamily="49" charset="0"/>
              </a:rPr>
              <a:t>Open-source PyFluent codebase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dirty="0">
                <a:latin typeface="Consolas" panose="020B0609020204030204" pitchFamily="49" charset="0"/>
              </a:rPr>
              <a:t>Recommendations for settings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dirty="0">
                <a:latin typeface="Consolas" panose="020B0609020204030204" pitchFamily="49" charset="0"/>
              </a:rPr>
              <a:t>Projected CO₂ savings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7E12E5-DDFC-8658-5655-BB3553B7597D}"/>
              </a:ext>
            </a:extLst>
          </p:cNvPr>
          <p:cNvSpPr txBox="1"/>
          <p:nvPr/>
        </p:nvSpPr>
        <p:spPr>
          <a:xfrm>
            <a:off x="6866468" y="1972334"/>
            <a:ext cx="4487332" cy="3787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E" b="1" noProof="0" dirty="0">
                <a:latin typeface="Georgia" panose="02040502050405020303" pitchFamily="18" charset="0"/>
              </a:rPr>
              <a:t>Future Work:</a:t>
            </a:r>
            <a:endParaRPr lang="en-IE" noProof="0" dirty="0">
              <a:latin typeface="Georgia" panose="02040502050405020303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noProof="0" dirty="0">
                <a:latin typeface="Consolas" panose="020B0609020204030204" pitchFamily="49" charset="0"/>
              </a:rPr>
              <a:t>Structural verification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noProof="0" dirty="0">
                <a:latin typeface="Consolas" panose="020B0609020204030204" pitchFamily="49" charset="0"/>
              </a:rPr>
              <a:t>Multi-point optimization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noProof="0" dirty="0">
                <a:latin typeface="Consolas" panose="020B0609020204030204" pitchFamily="49" charset="0"/>
              </a:rPr>
              <a:t>Experimental validation of the modified profiles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noProof="0" dirty="0">
                <a:latin typeface="Consolas" panose="020B0609020204030204" pitchFamily="49" charset="0"/>
              </a:rPr>
              <a:t>Pressure vs Density-based solver comparison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noProof="0" dirty="0">
                <a:latin typeface="Consolas" panose="020B0609020204030204" pitchFamily="49" charset="0"/>
              </a:rPr>
              <a:t>Full automation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noProof="0" dirty="0">
                <a:latin typeface="Consolas" panose="020B0609020204030204" pitchFamily="49" charset="0"/>
              </a:rPr>
              <a:t>Hyperparameter based meshing</a:t>
            </a:r>
          </a:p>
        </p:txBody>
      </p:sp>
    </p:spTree>
    <p:extLst>
      <p:ext uri="{BB962C8B-B14F-4D97-AF65-F5344CB8AC3E}">
        <p14:creationId xmlns:p14="http://schemas.microsoft.com/office/powerpoint/2010/main" val="24063765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A4BA6-4F29-3FE2-D78E-CBC3A6243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3A8C4-879D-96DB-0A30-64A13EDC36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GB" sz="1400" dirty="0"/>
              <a:t>[1]	I. E. Agency, “Aviation.” Accessed: Mar. 18, 2026. [Online]. Available: https://www.iea.org/energy-system/transport/aviation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E" sz="1400" dirty="0"/>
              <a:t>[4]	M. D. Guynn, “Effective L/D: A Theoretical Approach to the Measurement of Aero-Structural Efficiency in Aircraft Design,” in 15th AIAA ATIO Conference, Dallas, TX.: American Institute of Aeronautics and Astronautics (AIAA), 2015. [Online]. Available: https://ntrs.nasa.gov/api/citations/20160006027/downloads/20160006027.pdf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E" sz="1400" dirty="0"/>
              <a:t>[5]	L. J. Clancy, Aerodynamics. New York, London: Wiley; Pitman, 1978.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[7]	J. D. Anderson, Fundamentals of Aerodynamics, 5th ed. New York, NY: McGraw-Hill, 2010.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[21]	R. A. </a:t>
            </a:r>
            <a:r>
              <a:rPr lang="en-US" sz="1400" dirty="0" err="1"/>
              <a:t>Minzner</a:t>
            </a:r>
            <a:r>
              <a:rPr lang="en-US" sz="1400" dirty="0"/>
              <a:t>, K. S. W. Champion, and H. L. Pond, “The U.S. Standard Atmosphere, 1962: Equations and Tables for Facilitating Computations of Physical Properties,” National Aeronautics and Space Administration, Washington, D.C., Technical Note NASA TN D-1601, 1962. [Online]. Available: https://ntrs.nasa.gov/citations/19630003300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[22]	High Mach Number Flow - Sutherland’s Law, 6.4. COMSOL, 2025. [Online]. Available: https://doc.comsol.com/6.4/docserver/#!/com.comsol.help.cfd/cfd_ug_fluidflow_high_mach.08.46.html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[27]	F. M. White, “Fluid Mechanics.” Accessed: Mar. 18, 2026. [Online]. Available: http://ftp.demec.ufpr.br/disciplinas/TM240/Marchi/Bibliografia/White_2011_7ed_Fluid-Mechanics.pdf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[28]	Q. Engineering, “CFD - Calculate Wall Distance.” Accessed: Mar. 18, 2026. [Online]. Available: https://www.quadco.engineering/en/know-how/cfd-calculate-wall-distance.htm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endParaRPr lang="en-IE" sz="1400" dirty="0"/>
          </a:p>
          <a:p>
            <a:pPr marL="0" indent="0">
              <a:lnSpc>
                <a:spcPct val="100000"/>
              </a:lnSpc>
              <a:buNone/>
            </a:pPr>
            <a:endParaRPr lang="en-IE" sz="1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572473-CFFD-A166-C06D-900B58F66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CFD-Based Aerodynamic Optimisation</a:t>
            </a:r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99B62D-8FA3-16C0-8392-382D8EC4C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8D6C6-49D9-487F-89BA-AE72FFC7711E}" type="slidenum">
              <a:rPr lang="en-IE" smtClean="0"/>
              <a:t>17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812582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B8D82-C3A1-D91C-5191-A40290938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CAF28-3212-B53D-263D-E0F548D55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DC9B8-14AD-609B-6EA6-959F4D373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GB" sz="1400" dirty="0"/>
              <a:t>[34]	S. M. M. Hasan, S. M. M. Islam, and M. Haque, “Comparison of Aerodynamic Characteristics of NACA 0012 and NACA 2412 Airfoil,” </a:t>
            </a:r>
            <a:r>
              <a:rPr lang="en-GB" sz="1400" i="1" dirty="0"/>
              <a:t>Int. J. Res. Appl. Sci. Eng. Technol.</a:t>
            </a:r>
            <a:r>
              <a:rPr lang="en-GB" sz="1400" dirty="0"/>
              <a:t>, vol. 9, no. 7, Jul. 2021, </a:t>
            </a:r>
            <a:r>
              <a:rPr lang="en-GB" sz="1400" dirty="0" err="1"/>
              <a:t>doi</a:t>
            </a:r>
            <a:r>
              <a:rPr lang="en-GB" sz="1400" dirty="0"/>
              <a:t>: 10.22214/ijraset.2021.36766.</a:t>
            </a:r>
            <a:endParaRPr lang="en-IE" sz="1400" dirty="0"/>
          </a:p>
          <a:p>
            <a:pPr marL="0" indent="0">
              <a:buNone/>
            </a:pPr>
            <a:r>
              <a:rPr lang="en-GB" sz="1400" dirty="0"/>
              <a:t>[36]	A. A. M. Abdel-Raheem, P. A. S. Hanna, I. A. M. Abdel-Hameed, A. F. Abdel Gawad, and M. Melad, “Aerodynamic Study of Boeing 747-400 Airfoil,” in </a:t>
            </a:r>
            <a:r>
              <a:rPr lang="en-GB" sz="1400" i="1" dirty="0"/>
              <a:t>4th IUGRC International Undergraduate Research Conference</a:t>
            </a:r>
            <a:r>
              <a:rPr lang="en-GB" sz="1400" dirty="0"/>
              <a:t>, Military Technical College, Cairo, Egypt, Jul. 2019. Accessed: Mar. 18, 2026. [Online]. Available: https://www.researchgate.net/publication/334826189</a:t>
            </a:r>
            <a:endParaRPr lang="en-IE" sz="1400" dirty="0"/>
          </a:p>
          <a:p>
            <a:pPr marL="0" indent="0">
              <a:buNone/>
            </a:pPr>
            <a:r>
              <a:rPr lang="en-GB" sz="1400" dirty="0"/>
              <a:t>[37]	M. Sri and M. Sri Rama Murthy, “Aerodynamic analysis of NASA SC (2) -0714 and NASA SC (2)-0414 super critical aero foils -a comparative study,” vol. 11, p. PP 15-27, Dec. 2022, </a:t>
            </a:r>
            <a:r>
              <a:rPr lang="en-GB" sz="1400" dirty="0" err="1"/>
              <a:t>doi</a:t>
            </a:r>
            <a:r>
              <a:rPr lang="en-GB" sz="1400" dirty="0"/>
              <a:t>: 10.35629/6734-11110814.</a:t>
            </a:r>
          </a:p>
          <a:p>
            <a:pPr marL="0" indent="0">
              <a:buNone/>
            </a:pPr>
            <a:r>
              <a:rPr lang="en-US" sz="1400" dirty="0"/>
              <a:t>[41]	“Cessna 172 Flight Simulation Data.” Accessed: Mar. 18, 2026. [Online]. Available: https://www.researchgate.net/publication/353752543_Cessna_172_Flight_Simulation_Data</a:t>
            </a:r>
          </a:p>
          <a:p>
            <a:pPr marL="0" indent="0">
              <a:buNone/>
            </a:pPr>
            <a:r>
              <a:rPr lang="en-US" sz="1400" dirty="0"/>
              <a:t>[42]	Stands.aero, “Boeing 747-400 Features, Specifications, and History.” Accessed: Mar. 18, 2026. [Online]. Available: https://stands.aero/blog/boeing/boeing-747-400-features-specifications-and-history/</a:t>
            </a:r>
          </a:p>
          <a:p>
            <a:pPr marL="0" indent="0">
              <a:buNone/>
            </a:pPr>
            <a:r>
              <a:rPr lang="en-US" sz="1400" dirty="0"/>
              <a:t>[43]	Aerospaceweb.org, “F/A-18 Super Hornet.” Accessed: Mar. 18, 2026. [Online]. Available: https://aerospaceweb.org/aircraft/fighter/f18/</a:t>
            </a:r>
          </a:p>
          <a:p>
            <a:pPr marL="0" indent="0">
              <a:buNone/>
            </a:pPr>
            <a:r>
              <a:rPr lang="en-US" sz="1400" dirty="0"/>
              <a:t>[44]	S. Özgen, “AE 172 Aircraft Performance: Propulsion Characteristics.” Accessed: Mar. 18, 2026. [Online]. Available: https://www.ae.metu.edu.tr/~ae172/19/lecture5.pdf</a:t>
            </a:r>
          </a:p>
          <a:p>
            <a:pPr marL="0" indent="0">
              <a:buNone/>
            </a:pPr>
            <a:r>
              <a:rPr lang="en-US" sz="1400" dirty="0"/>
              <a:t>[45]	A. Week, “Cessna’s 172 Still Going Strong at 65.” Accessed: Mar. 18, 2026. [Online]. Available: https://aviationweek.com/business-aviation/aircraft-propulsion/cessnas-172-still-going-strong-65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endParaRPr lang="en-IE" sz="1400" dirty="0"/>
          </a:p>
          <a:p>
            <a:pPr marL="0" indent="0">
              <a:lnSpc>
                <a:spcPct val="100000"/>
              </a:lnSpc>
              <a:buNone/>
            </a:pPr>
            <a:endParaRPr lang="en-IE" sz="1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203C83-F583-6A10-FE60-7D6F6B3CA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CFD-Based Aerodynamic Optimisation</a:t>
            </a:r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0AC92C-E1D1-2993-F2E6-E6C9E59F6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8D6C6-49D9-487F-89BA-AE72FFC7711E}" type="slidenum">
              <a:rPr lang="en-IE" smtClean="0"/>
              <a:t>18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229063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B5211-7FC7-8F7F-1B35-FAB0B2C6E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D3FDC-B0DC-AAC5-59BF-135715E08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79420-C25E-CB4A-8B43-13232F788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/>
              <a:t>[46]	S. Flying, “How Many Boeing 747s Are Left?” Accessed: Mar. 18, 2026. [Online]. Available: https://simpleflying.com/how-many-boeing-747s-left/</a:t>
            </a:r>
          </a:p>
          <a:p>
            <a:pPr marL="0" indent="0">
              <a:buNone/>
            </a:pPr>
            <a:r>
              <a:rPr lang="en-US" sz="1400" dirty="0"/>
              <a:t>[47]	S. Flying, “The Most Used Boeing 747s.” Accessed: Mar. 18, 2026. [Online]. Available: https://simpleflying.com/most-used-boeing-747s/</a:t>
            </a:r>
          </a:p>
          <a:p>
            <a:pPr marL="0" indent="0">
              <a:buNone/>
            </a:pPr>
            <a:r>
              <a:rPr lang="en-US" sz="1400" dirty="0"/>
              <a:t>[48]	Boeing, “747-400 Passenger.” Accessed: Mar. 18, 2026. [Online]. Available: https://www.boeing.com/content/dam/boeing/boeingdotcom/company/about_bca/startup/pdf/historical/747-400-passenger.pdf</a:t>
            </a:r>
          </a:p>
          <a:p>
            <a:pPr marL="0" indent="0">
              <a:buNone/>
            </a:pPr>
            <a:r>
              <a:rPr lang="en-US" sz="1400" dirty="0"/>
              <a:t>[49]	I. Martinez, Aerospace Engine Data. Isidoro Martinez, 2018. Accessed: Mar. 18, 2026. [Online]. Available: http://imartinez.etsiae.upm.es/~isidoro/bk3/c17/Aerospace%20engine%20data.pdf</a:t>
            </a:r>
          </a:p>
          <a:p>
            <a:pPr marL="0" indent="0">
              <a:buNone/>
            </a:pPr>
            <a:r>
              <a:rPr lang="en-US" sz="1400" dirty="0"/>
              <a:t>[50] 	 D. Zhong, Y. Wang, Z. Miao, J. Wang, and Y. Duan, "Multi-point aerodynamic shape optimization of transonic airfoils based on transfer learning," </a:t>
            </a:r>
            <a:r>
              <a:rPr lang="en-US" sz="1400" i="1" dirty="0"/>
              <a:t>Aerospace Science and Technology</a:t>
            </a:r>
            <a:r>
              <a:rPr lang="en-US" sz="1400" dirty="0"/>
              <a:t>, vol. 178, p. 112392, 2026.</a:t>
            </a:r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endParaRPr lang="en-GB" sz="1400" dirty="0"/>
          </a:p>
          <a:p>
            <a:pPr marL="0" indent="0">
              <a:buNone/>
            </a:pPr>
            <a:endParaRPr lang="en-IE" sz="1400" dirty="0"/>
          </a:p>
          <a:p>
            <a:pPr marL="0" indent="0">
              <a:lnSpc>
                <a:spcPct val="100000"/>
              </a:lnSpc>
              <a:buNone/>
            </a:pPr>
            <a:endParaRPr lang="en-IE" sz="1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DD027F-AE59-D0E4-99D0-82B087C11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CFD-Based Aerodynamic Optimisation</a:t>
            </a:r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E09103-02B6-42FE-7934-EB052311F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8D6C6-49D9-487F-89BA-AE72FFC7711E}" type="slidenum">
              <a:rPr lang="en-IE" smtClean="0"/>
              <a:t>19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183536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33159-6113-83FC-EF20-16963EEF9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84316"/>
            <a:ext cx="10515600" cy="131350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8800" dirty="0"/>
              <a:t>Thanks for listening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93ADAE-0B5C-0541-BF80-FFADFF268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CFD-Based Aerodynamic Optimisation</a:t>
            </a:r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746C3E-E75D-BAE0-35DB-169402469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8D6C6-49D9-487F-89BA-AE72FFC7711E}" type="slidenum">
              <a:rPr lang="en-IE" smtClean="0"/>
              <a:t>20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254741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C1B39-C02F-7EB2-CCCE-0DD1E3293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960" y="365125"/>
            <a:ext cx="11054080" cy="1325563"/>
          </a:xfrm>
        </p:spPr>
        <p:txBody>
          <a:bodyPr/>
          <a:lstStyle/>
          <a:p>
            <a:pPr algn="ctr"/>
            <a:r>
              <a:rPr lang="en-IE" b="1" noProof="0" dirty="0"/>
              <a:t>Before and After – NACA 0012 short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F91662-6C9C-C923-BFD1-EE312C296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 noProof="0" dirty="0"/>
              <a:t>CFD-Based Aerodynamic Optimisation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3C09A7-E3CE-2BC1-B9B8-6253D0998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8D6C6-49D9-487F-89BA-AE72FFC7711E}" type="slidenum">
              <a:rPr lang="en-IE" noProof="0" smtClean="0"/>
              <a:t>21</a:t>
            </a:fld>
            <a:endParaRPr lang="en-IE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78F7D5-CEAA-275B-1DFE-45C5E8781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0381" y="1487331"/>
            <a:ext cx="7291238" cy="468722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208891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596A4-F421-C0E7-A070-D19D868B2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7C2A1-B504-BFEA-52F3-416143D0C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E" b="1" noProof="0" dirty="0"/>
              <a:t>Before and After – NACA 0012 long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28353F-73E8-6749-89E4-A8AE15C32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 noProof="0" dirty="0"/>
              <a:t>CFD-Based Aerodynamic Optimisation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599516-64F3-776C-4123-5DB44991B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8D6C6-49D9-487F-89BA-AE72FFC7711E}" type="slidenum">
              <a:rPr lang="en-IE" noProof="0" smtClean="0"/>
              <a:t>22</a:t>
            </a:fld>
            <a:endParaRPr lang="en-IE" noProof="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F405C9-D7A2-4078-2BF2-452706C954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0402" y="1492724"/>
            <a:ext cx="7291196" cy="4687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360290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994B6-6874-780A-9FB9-2C050591C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69213-BA39-0633-4DFD-5BA9101DE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E" b="1" noProof="0" dirty="0"/>
              <a:t>Before and After – NASA SC(2)-0714 – Transonic Flow – Short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AD5DDD-387C-F580-65B4-73BB76801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 noProof="0" dirty="0"/>
              <a:t>CFD-Based Aerodynamic Optimisation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C94D1F-A3CD-8AEA-6666-4DC0041C3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8D6C6-49D9-487F-89BA-AE72FFC7711E}" type="slidenum">
              <a:rPr lang="en-IE" noProof="0" smtClean="0"/>
              <a:t>23</a:t>
            </a:fld>
            <a:endParaRPr lang="en-IE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BD934D-4FDA-CF7B-E305-80EF6495DB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2250" y="1880394"/>
            <a:ext cx="6667500" cy="42862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019014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E3061-39B2-37C2-4FFB-AA5459199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82F25-A1C9-3D5B-5ADC-DB598C1C2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E" b="1" noProof="0" dirty="0"/>
              <a:t>Before and After – NASA SC(2)-0714 – Transonic Flow – Long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3E4CCD-40D9-1936-47FF-A4C6DAC56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 noProof="0" dirty="0"/>
              <a:t>CFD-Based Aerodynamic Optimisation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BA57CC-6923-1495-3D68-B0F90EB5D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8D6C6-49D9-487F-89BA-AE72FFC7711E}" type="slidenum">
              <a:rPr lang="en-IE" noProof="0" smtClean="0"/>
              <a:t>24</a:t>
            </a:fld>
            <a:endParaRPr lang="en-IE" noProof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79B892D-2B9C-9C38-46F4-3BED37EC39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800" y="1893651"/>
            <a:ext cx="10850400" cy="42597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718725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93CDD-F0CD-992F-4B38-5250ABCE4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0408F-5D19-5DF5-C46B-60E05709F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E" b="1" noProof="0" dirty="0"/>
              <a:t>Before and After – NASA SC(2)-0714 – Supersonic Flow – Short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D65BA2-A54D-1310-70ED-5708C68C0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 noProof="0" dirty="0"/>
              <a:t>CFD-Based Aerodynamic Optimisation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0103DD-0335-07BE-65B3-B055C6033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8D6C6-49D9-487F-89BA-AE72FFC7711E}" type="slidenum">
              <a:rPr lang="en-IE" noProof="0" smtClean="0"/>
              <a:t>25</a:t>
            </a:fld>
            <a:endParaRPr lang="en-IE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B2D72E-F163-1703-8779-4CF0483065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800" y="1893651"/>
            <a:ext cx="10850400" cy="42597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890640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184A7-9BFF-2C54-93B8-24C3E3D7D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0EC14-575E-B612-2071-AC4F2312B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E" b="1" noProof="0" dirty="0"/>
              <a:t>Before and After – NASA SC(2)-0714 – Supersonic Flow – Long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251512-219F-9D11-086A-357C57E56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 noProof="0" dirty="0"/>
              <a:t>CFD-Based Aerodynamic Optimisation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F5B7D8-4A12-14E0-4E75-AE165B7D1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8D6C6-49D9-487F-89BA-AE72FFC7711E}" type="slidenum">
              <a:rPr lang="en-IE" noProof="0" smtClean="0"/>
              <a:t>26</a:t>
            </a:fld>
            <a:endParaRPr lang="en-IE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67DDF3-81FD-2EC0-8063-DF55B806F9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800" y="1893651"/>
            <a:ext cx="10850400" cy="42597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26512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91139-75BB-12C3-6CAB-B75F7E8F3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Boundary conditions for each case</a:t>
            </a:r>
            <a:endParaRPr lang="en-I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25C09E-9D4B-F890-D07C-DF20C88DB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CFD-Based Aerodynamic Optimisation</a:t>
            </a:r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1B94C1-40FC-0646-BC7F-5882E2ADB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8D6C6-49D9-487F-89BA-AE72FFC7711E}" type="slidenum">
              <a:rPr lang="en-IE" smtClean="0"/>
              <a:t>27</a:t>
            </a:fld>
            <a:endParaRPr lang="en-IE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12AA0D89-120A-70A3-D86D-31D0D2590F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6404131"/>
              </p:ext>
            </p:extLst>
          </p:nvPr>
        </p:nvGraphicFramePr>
        <p:xfrm>
          <a:off x="928374" y="1690688"/>
          <a:ext cx="10335252" cy="4351341"/>
        </p:xfrm>
        <a:graphic>
          <a:graphicData uri="http://schemas.openxmlformats.org/drawingml/2006/table">
            <a:tbl>
              <a:tblPr/>
              <a:tblGrid>
                <a:gridCol w="2059923">
                  <a:extLst>
                    <a:ext uri="{9D8B030D-6E8A-4147-A177-3AD203B41FA5}">
                      <a16:colId xmlns:a16="http://schemas.microsoft.com/office/drawing/2014/main" val="217987262"/>
                    </a:ext>
                  </a:extLst>
                </a:gridCol>
                <a:gridCol w="2026763">
                  <a:extLst>
                    <a:ext uri="{9D8B030D-6E8A-4147-A177-3AD203B41FA5}">
                      <a16:colId xmlns:a16="http://schemas.microsoft.com/office/drawing/2014/main" val="3860667430"/>
                    </a:ext>
                  </a:extLst>
                </a:gridCol>
                <a:gridCol w="1847653">
                  <a:extLst>
                    <a:ext uri="{9D8B030D-6E8A-4147-A177-3AD203B41FA5}">
                      <a16:colId xmlns:a16="http://schemas.microsoft.com/office/drawing/2014/main" val="448131901"/>
                    </a:ext>
                  </a:extLst>
                </a:gridCol>
                <a:gridCol w="1432875">
                  <a:extLst>
                    <a:ext uri="{9D8B030D-6E8A-4147-A177-3AD203B41FA5}">
                      <a16:colId xmlns:a16="http://schemas.microsoft.com/office/drawing/2014/main" val="4074969422"/>
                    </a:ext>
                  </a:extLst>
                </a:gridCol>
                <a:gridCol w="1621410">
                  <a:extLst>
                    <a:ext uri="{9D8B030D-6E8A-4147-A177-3AD203B41FA5}">
                      <a16:colId xmlns:a16="http://schemas.microsoft.com/office/drawing/2014/main" val="3608192521"/>
                    </a:ext>
                  </a:extLst>
                </a:gridCol>
                <a:gridCol w="1346628">
                  <a:extLst>
                    <a:ext uri="{9D8B030D-6E8A-4147-A177-3AD203B41FA5}">
                      <a16:colId xmlns:a16="http://schemas.microsoft.com/office/drawing/2014/main" val="673132882"/>
                    </a:ext>
                  </a:extLst>
                </a:gridCol>
              </a:tblGrid>
              <a:tr h="2699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Airfoil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nickname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altitude (m)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aoa (deg)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chord_len (m)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mach_num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5658484"/>
                  </a:ext>
                </a:extLst>
              </a:tr>
              <a:tr h="4081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7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NACA_0012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7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act_3D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2,675   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7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1.55°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7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1.00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0.72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1053740"/>
                  </a:ext>
                </a:extLst>
              </a:tr>
              <a:tr h="4081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7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NACA_0012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7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ref_3D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0       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7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4.00°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1.00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IE" sz="1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0.26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7729797"/>
                  </a:ext>
                </a:extLst>
              </a:tr>
              <a:tr h="4081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7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NACA_2412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7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act_3D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4,115   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7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0.00°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1.49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IE" sz="1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0.20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6733400"/>
                  </a:ext>
                </a:extLst>
              </a:tr>
              <a:tr h="4081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7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NACA_2412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7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ref_3D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0       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7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0.00°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1.00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IE" sz="1700" b="0" i="0" u="none" strike="noStrike" kern="12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0.26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3671872"/>
                  </a:ext>
                </a:extLst>
              </a:tr>
              <a:tr h="4081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7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BACXXX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7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act_3D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10,577  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7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2.00°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8.33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IE" sz="1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0.85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8657248"/>
                  </a:ext>
                </a:extLst>
              </a:tr>
              <a:tr h="4081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7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BACXXX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7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ref_3D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9,000   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7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2.00°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14.34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IE" sz="1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0.85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3731921"/>
                  </a:ext>
                </a:extLst>
              </a:tr>
              <a:tr h="4081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7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NASA_SC2_0714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7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act_3D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11,582  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7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2.00°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3.51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IE" sz="1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0.85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6702292"/>
                  </a:ext>
                </a:extLst>
              </a:tr>
              <a:tr h="4081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7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NASA_SC2_0714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7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ref_3D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0       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7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0.00°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1.00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IE" sz="1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0.80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4337574"/>
                  </a:ext>
                </a:extLst>
              </a:tr>
              <a:tr h="4081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7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NASA_SC2_0714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7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act_3D_faster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13,715  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7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0.00°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3.51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IE" sz="1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1.80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1028768"/>
                  </a:ext>
                </a:extLst>
              </a:tr>
              <a:tr h="4081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7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NASA_SC2_0714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7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ref_3D_faster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0       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700" b="0" i="0" u="none" strike="noStrike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0.00°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E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1.00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IE" sz="1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1.20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032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2899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49719-3FFA-7471-67AC-D9657AAB2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Equations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7C9891-1B49-9ADB-05AE-1E26E39EE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CFD-Based Aerodynamic Optimisation</a:t>
            </a:r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95BA1C-A087-D0CC-6498-A068C2C25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8D6C6-49D9-487F-89BA-AE72FFC7711E}" type="slidenum">
              <a:rPr lang="en-IE" smtClean="0"/>
              <a:t>28</a:t>
            </a:fld>
            <a:endParaRPr lang="en-IE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E9D8D4A4-B6F6-48CC-0688-DB41D11FC2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8531343"/>
                  </p:ext>
                </p:extLst>
              </p:nvPr>
            </p:nvGraphicFramePr>
            <p:xfrm>
              <a:off x="0" y="1573316"/>
              <a:ext cx="5801360" cy="62007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600647">
                      <a:extLst>
                        <a:ext uri="{9D8B030D-6E8A-4147-A177-3AD203B41FA5}">
                          <a16:colId xmlns:a16="http://schemas.microsoft.com/office/drawing/2014/main" val="3367531221"/>
                        </a:ext>
                      </a:extLst>
                    </a:gridCol>
                    <a:gridCol w="1200713">
                      <a:extLst>
                        <a:ext uri="{9D8B030D-6E8A-4147-A177-3AD203B41FA5}">
                          <a16:colId xmlns:a16="http://schemas.microsoft.com/office/drawing/2014/main" val="3714272576"/>
                        </a:ext>
                      </a:extLst>
                    </a:gridCol>
                  </a:tblGrid>
                  <a:tr h="2533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Aft>
                              <a:spcPts val="160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GB" sz="2400" b="1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𝑻</m:t>
                              </m:r>
                              <m:r>
                                <a:rPr lang="en-GB" sz="2400" b="1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E" sz="2400" b="1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b="1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𝑻</m:t>
                                  </m:r>
                                </m:e>
                                <m:sub>
                                  <m:r>
                                    <a:rPr lang="en-GB" sz="2400" b="1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  <m:r>
                                <a:rPr lang="en-GB" sz="2400" b="1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GB" sz="2400" b="1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𝝀</m:t>
                              </m:r>
                              <m:r>
                                <a:rPr lang="en-GB" sz="2400" b="1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𝒉</m:t>
                              </m:r>
                            </m:oMath>
                          </a14:m>
                          <a:r>
                            <a:rPr lang="en-IE" sz="2400" b="1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 [5]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GB" sz="2400" b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Eqn. 1</a:t>
                          </a:r>
                          <a:endParaRPr lang="en-IE" sz="16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251166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E9D8D4A4-B6F6-48CC-0688-DB41D11FC2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8531343"/>
                  </p:ext>
                </p:extLst>
              </p:nvPr>
            </p:nvGraphicFramePr>
            <p:xfrm>
              <a:off x="0" y="1573316"/>
              <a:ext cx="5801360" cy="62007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600647">
                      <a:extLst>
                        <a:ext uri="{9D8B030D-6E8A-4147-A177-3AD203B41FA5}">
                          <a16:colId xmlns:a16="http://schemas.microsoft.com/office/drawing/2014/main" val="3367531221"/>
                        </a:ext>
                      </a:extLst>
                    </a:gridCol>
                    <a:gridCol w="1200713">
                      <a:extLst>
                        <a:ext uri="{9D8B030D-6E8A-4147-A177-3AD203B41FA5}">
                          <a16:colId xmlns:a16="http://schemas.microsoft.com/office/drawing/2014/main" val="3714272576"/>
                        </a:ext>
                      </a:extLst>
                    </a:gridCol>
                  </a:tblGrid>
                  <a:tr h="6200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r="-26093" b="-303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GB" sz="2400" b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Eqn. 1</a:t>
                          </a:r>
                          <a:endParaRPr lang="en-IE" sz="16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2511667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4EAC94D1-2C1B-F9DB-4BE3-0F3FA6762E7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6712136"/>
                  </p:ext>
                </p:extLst>
              </p:nvPr>
            </p:nvGraphicFramePr>
            <p:xfrm>
              <a:off x="0" y="2557887"/>
              <a:ext cx="5801360" cy="158990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609707">
                      <a:extLst>
                        <a:ext uri="{9D8B030D-6E8A-4147-A177-3AD203B41FA5}">
                          <a16:colId xmlns:a16="http://schemas.microsoft.com/office/drawing/2014/main" val="3744149311"/>
                        </a:ext>
                      </a:extLst>
                    </a:gridCol>
                    <a:gridCol w="1191653">
                      <a:extLst>
                        <a:ext uri="{9D8B030D-6E8A-4147-A177-3AD203B41FA5}">
                          <a16:colId xmlns:a16="http://schemas.microsoft.com/office/drawing/2014/main" val="3087944298"/>
                        </a:ext>
                      </a:extLst>
                    </a:gridCol>
                  </a:tblGrid>
                  <a:tr h="158990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Aft>
                              <a:spcPts val="160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GB" sz="2400" b="1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𝑷</m:t>
                              </m:r>
                              <m:r>
                                <a:rPr lang="en-GB" sz="2400" b="1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E" sz="2400" b="1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b="1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GB" sz="2400" b="1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IE" sz="2400" b="1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E" sz="2400" b="1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IE" sz="2400" b="1" i="1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IE" sz="2400" b="1" i="1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sz="2400" b="1" i="1" smtClean="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𝑻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sz="2400" b="1" i="1" smtClean="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𝟎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IE" sz="2400" b="1" i="1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sz="2400" b="1" i="1" smtClean="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𝑻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sz="2400" b="1" i="1" smtClean="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𝟎</m:t>
                                              </m:r>
                                            </m:sub>
                                          </m:sSub>
                                          <m:r>
                                            <a:rPr lang="en-GB" sz="2400" b="1" i="1" smtClea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GB" sz="2400" b="1" i="1" smtClea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𝝀</m:t>
                                          </m:r>
                                          <m:r>
                                            <a:rPr lang="en-GB" sz="2400" b="1" i="1" smtClea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𝒉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f>
                                    <m:fPr>
                                      <m:ctrlPr>
                                        <a:rPr lang="en-IE" sz="2400" b="1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2400" b="1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𝒈</m:t>
                                      </m:r>
                                      <m:sSub>
                                        <m:sSubPr>
                                          <m:ctrlPr>
                                            <a:rPr lang="en-IE" sz="2400" b="1" i="1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2400" b="1" i="1" smtClea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𝑴</m:t>
                                          </m:r>
                                        </m:e>
                                        <m:sub>
                                          <m:r>
                                            <a:rPr lang="en-GB" sz="2400" b="1" i="1" smtClea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𝒂𝒊𝒓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GB" sz="2400" b="1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en-IE" sz="2400" b="1" i="1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GB" sz="2400" b="1" i="1" smtClea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𝝀</m:t>
                                          </m:r>
                                          <m:r>
                                            <a:rPr lang="en-GB" sz="2400" b="1" i="1" smtClea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p>
                                          <m:r>
                                            <a:rPr lang="en-GB" sz="2400" b="1" i="1" smtClea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p>
                                    </m:den>
                                  </m:f>
                                </m:sup>
                              </m:sSup>
                            </m:oMath>
                          </a14:m>
                          <a:r>
                            <a:rPr lang="en-IE" sz="2400" b="1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[21]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GB" sz="2400" b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Eqn. 2</a:t>
                          </a:r>
                          <a:endParaRPr lang="en-IE" sz="24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2456372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4EAC94D1-2C1B-F9DB-4BE3-0F3FA6762E7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6712136"/>
                  </p:ext>
                </p:extLst>
              </p:nvPr>
            </p:nvGraphicFramePr>
            <p:xfrm>
              <a:off x="0" y="2557887"/>
              <a:ext cx="5801360" cy="158990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609707">
                      <a:extLst>
                        <a:ext uri="{9D8B030D-6E8A-4147-A177-3AD203B41FA5}">
                          <a16:colId xmlns:a16="http://schemas.microsoft.com/office/drawing/2014/main" val="3744149311"/>
                        </a:ext>
                      </a:extLst>
                    </a:gridCol>
                    <a:gridCol w="1191653">
                      <a:extLst>
                        <a:ext uri="{9D8B030D-6E8A-4147-A177-3AD203B41FA5}">
                          <a16:colId xmlns:a16="http://schemas.microsoft.com/office/drawing/2014/main" val="3087944298"/>
                        </a:ext>
                      </a:extLst>
                    </a:gridCol>
                  </a:tblGrid>
                  <a:tr h="15899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r="-259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GB" sz="2400" b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Eqn. 2</a:t>
                          </a:r>
                          <a:endParaRPr lang="en-IE" sz="24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2456372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E067B6AC-5D9E-53B7-4FDC-6E3235EC746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1996479"/>
                  </p:ext>
                </p:extLst>
              </p:nvPr>
            </p:nvGraphicFramePr>
            <p:xfrm>
              <a:off x="0" y="4788408"/>
              <a:ext cx="5801360" cy="91846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628561">
                      <a:extLst>
                        <a:ext uri="{9D8B030D-6E8A-4147-A177-3AD203B41FA5}">
                          <a16:colId xmlns:a16="http://schemas.microsoft.com/office/drawing/2014/main" val="2477389079"/>
                        </a:ext>
                      </a:extLst>
                    </a:gridCol>
                    <a:gridCol w="1172799">
                      <a:extLst>
                        <a:ext uri="{9D8B030D-6E8A-4147-A177-3AD203B41FA5}">
                          <a16:colId xmlns:a16="http://schemas.microsoft.com/office/drawing/2014/main" val="3301065944"/>
                        </a:ext>
                      </a:extLst>
                    </a:gridCol>
                  </a:tblGrid>
                  <a:tr h="2533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Aft>
                              <a:spcPts val="160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GB" sz="2400" b="1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𝝆</m:t>
                              </m:r>
                              <m:r>
                                <a:rPr lang="en-GB" sz="2400" b="1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IE" sz="2400" b="1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IE" sz="2400" b="1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400" b="1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𝑴</m:t>
                                      </m:r>
                                    </m:e>
                                    <m:sub>
                                      <m:r>
                                        <a:rPr lang="en-GB" sz="2400" b="1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𝒂𝒊𝒓</m:t>
                                      </m:r>
                                    </m:sub>
                                  </m:sSub>
                                  <m:r>
                                    <a:rPr lang="en-GB" sz="2400" b="1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𝑷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IE" sz="2400" b="1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sz="2400" b="1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𝑻𝑹</m:t>
                                      </m:r>
                                    </m:e>
                                    <m:sup>
                                      <m:r>
                                        <a:rPr lang="en-GB" sz="2400" b="1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den>
                              </m:f>
                            </m:oMath>
                          </a14:m>
                          <a:r>
                            <a:rPr lang="en-IE" sz="2400" b="1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 [21]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GB" sz="2400" b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Eqn. 3</a:t>
                          </a:r>
                          <a:endParaRPr lang="en-IE" sz="24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22022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E067B6AC-5D9E-53B7-4FDC-6E3235EC746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1996479"/>
                  </p:ext>
                </p:extLst>
              </p:nvPr>
            </p:nvGraphicFramePr>
            <p:xfrm>
              <a:off x="0" y="4788408"/>
              <a:ext cx="5801360" cy="91846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628561">
                      <a:extLst>
                        <a:ext uri="{9D8B030D-6E8A-4147-A177-3AD203B41FA5}">
                          <a16:colId xmlns:a16="http://schemas.microsoft.com/office/drawing/2014/main" val="2477389079"/>
                        </a:ext>
                      </a:extLst>
                    </a:gridCol>
                    <a:gridCol w="1172799">
                      <a:extLst>
                        <a:ext uri="{9D8B030D-6E8A-4147-A177-3AD203B41FA5}">
                          <a16:colId xmlns:a16="http://schemas.microsoft.com/office/drawing/2014/main" val="3301065944"/>
                        </a:ext>
                      </a:extLst>
                    </a:gridCol>
                  </a:tblGrid>
                  <a:tr h="9184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r="-25263" b="-111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GB" sz="2400" b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Eqn. 3</a:t>
                          </a:r>
                          <a:endParaRPr lang="en-IE" sz="24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22022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2E879A65-4255-467B-0193-4E5B86AC983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11230093"/>
                  </p:ext>
                </p:extLst>
              </p:nvPr>
            </p:nvGraphicFramePr>
            <p:xfrm>
              <a:off x="6154969" y="974064"/>
              <a:ext cx="5801360" cy="130251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508736">
                      <a:extLst>
                        <a:ext uri="{9D8B030D-6E8A-4147-A177-3AD203B41FA5}">
                          <a16:colId xmlns:a16="http://schemas.microsoft.com/office/drawing/2014/main" val="4039272688"/>
                        </a:ext>
                      </a:extLst>
                    </a:gridCol>
                    <a:gridCol w="1292624">
                      <a:extLst>
                        <a:ext uri="{9D8B030D-6E8A-4147-A177-3AD203B41FA5}">
                          <a16:colId xmlns:a16="http://schemas.microsoft.com/office/drawing/2014/main" val="849504465"/>
                        </a:ext>
                      </a:extLst>
                    </a:gridCol>
                  </a:tblGrid>
                  <a:tr h="2533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Aft>
                              <a:spcPts val="160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E" sz="2400" b="1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b="1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GB" sz="2400" b="1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𝒔</m:t>
                                  </m:r>
                                </m:sub>
                              </m:sSub>
                              <m:r>
                                <a:rPr lang="en-GB" sz="2400" b="1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E" sz="2400" b="1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sz="2400" b="1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𝜸</m:t>
                                  </m:r>
                                  <m:f>
                                    <m:fPr>
                                      <m:ctrlPr>
                                        <a:rPr lang="en-IE" sz="2400" b="1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IE" sz="2400" b="1" i="1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GB" sz="2400" b="1" i="1" smtClea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p>
                                          <m:r>
                                            <a:rPr lang="en-GB" sz="2400" b="1" i="1" smtClea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lang="en-GB" sz="2400" b="1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𝑴</m:t>
                                      </m:r>
                                    </m:den>
                                  </m:f>
                                  <m:r>
                                    <a:rPr lang="en-GB" sz="2400" b="1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𝑻</m:t>
                                  </m:r>
                                  <m:r>
                                    <a:rPr lang="en-GB" sz="2400" b="1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 </m:t>
                                  </m:r>
                                </m:e>
                              </m:rad>
                            </m:oMath>
                          </a14:m>
                          <a:r>
                            <a:rPr lang="en-IE" sz="2400" b="1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 [21]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GB" sz="2400" b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Eqn. 4</a:t>
                          </a:r>
                          <a:endParaRPr lang="en-IE" sz="24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0344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2E879A65-4255-467B-0193-4E5B86AC983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11230093"/>
                  </p:ext>
                </p:extLst>
              </p:nvPr>
            </p:nvGraphicFramePr>
            <p:xfrm>
              <a:off x="6154969" y="974064"/>
              <a:ext cx="5801360" cy="130251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508736">
                      <a:extLst>
                        <a:ext uri="{9D8B030D-6E8A-4147-A177-3AD203B41FA5}">
                          <a16:colId xmlns:a16="http://schemas.microsoft.com/office/drawing/2014/main" val="4039272688"/>
                        </a:ext>
                      </a:extLst>
                    </a:gridCol>
                    <a:gridCol w="1292624">
                      <a:extLst>
                        <a:ext uri="{9D8B030D-6E8A-4147-A177-3AD203B41FA5}">
                          <a16:colId xmlns:a16="http://schemas.microsoft.com/office/drawing/2014/main" val="849504465"/>
                        </a:ext>
                      </a:extLst>
                    </a:gridCol>
                  </a:tblGrid>
                  <a:tr h="130251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r="-28610" b="-18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GB" sz="2400" b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Eqn. 4</a:t>
                          </a:r>
                          <a:endParaRPr lang="en-IE" sz="24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03440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09CE3AE5-467A-268D-A69E-EF233AEF0E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7387471"/>
                  </p:ext>
                </p:extLst>
              </p:nvPr>
            </p:nvGraphicFramePr>
            <p:xfrm>
              <a:off x="6154969" y="2606327"/>
              <a:ext cx="5801360" cy="134442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572733">
                      <a:extLst>
                        <a:ext uri="{9D8B030D-6E8A-4147-A177-3AD203B41FA5}">
                          <a16:colId xmlns:a16="http://schemas.microsoft.com/office/drawing/2014/main" val="3593398827"/>
                        </a:ext>
                      </a:extLst>
                    </a:gridCol>
                    <a:gridCol w="1228627">
                      <a:extLst>
                        <a:ext uri="{9D8B030D-6E8A-4147-A177-3AD203B41FA5}">
                          <a16:colId xmlns:a16="http://schemas.microsoft.com/office/drawing/2014/main" val="1742763889"/>
                        </a:ext>
                      </a:extLst>
                    </a:gridCol>
                  </a:tblGrid>
                  <a:tr h="2533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Aft>
                              <a:spcPts val="160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GB" sz="2400" b="1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𝝁</m:t>
                              </m:r>
                              <m:r>
                                <a:rPr lang="en-GB" sz="2400" b="1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IE" sz="2400" b="1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b="1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GB" sz="2400" b="1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IE" sz="2400" b="1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E" sz="2400" b="1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IE" sz="2400" b="1" i="1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GB" sz="2400" b="1" i="1" smtClea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𝑻</m:t>
                                          </m:r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IE" sz="2400" b="1" i="1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sz="2400" b="1" i="1" smtClean="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𝑻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sz="2400" b="1" i="1" smtClean="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𝟎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f>
                                    <m:fPr>
                                      <m:ctrlPr>
                                        <a:rPr lang="en-IE" sz="2400" b="1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2400" b="1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𝟑</m:t>
                                      </m:r>
                                    </m:num>
                                    <m:den>
                                      <m:r>
                                        <a:rPr lang="en-GB" sz="2400" b="1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𝟐</m:t>
                                      </m:r>
                                    </m:den>
                                  </m:f>
                                </m:sup>
                              </m:sSup>
                              <m:d>
                                <m:dPr>
                                  <m:ctrlPr>
                                    <a:rPr lang="en-IE" sz="2400" b="1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IE" sz="2400" b="1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IE" sz="2400" b="1" i="1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2400" b="1" i="1" smtClea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𝑻</m:t>
                                          </m:r>
                                        </m:e>
                                        <m:sub>
                                          <m:r>
                                            <a:rPr lang="en-GB" sz="2400" b="1" i="1" smtClea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𝟎</m:t>
                                          </m:r>
                                        </m:sub>
                                      </m:sSub>
                                      <m:r>
                                        <a:rPr lang="en-GB" sz="2400" b="1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GB" sz="2400" b="1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𝑺</m:t>
                                      </m:r>
                                    </m:num>
                                    <m:den>
                                      <m:r>
                                        <a:rPr lang="en-GB" sz="2400" b="1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𝑻</m:t>
                                      </m:r>
                                      <m:r>
                                        <a:rPr lang="en-GB" sz="2400" b="1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GB" sz="2400" b="1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𝑺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IE" sz="2400" b="1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 [22]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GB" sz="2400" b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Eqn. 5</a:t>
                          </a:r>
                          <a:endParaRPr lang="en-IE" sz="24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668536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09CE3AE5-467A-268D-A69E-EF233AEF0E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7387471"/>
                  </p:ext>
                </p:extLst>
              </p:nvPr>
            </p:nvGraphicFramePr>
            <p:xfrm>
              <a:off x="6154969" y="2606327"/>
              <a:ext cx="5801360" cy="134442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572733">
                      <a:extLst>
                        <a:ext uri="{9D8B030D-6E8A-4147-A177-3AD203B41FA5}">
                          <a16:colId xmlns:a16="http://schemas.microsoft.com/office/drawing/2014/main" val="3593398827"/>
                        </a:ext>
                      </a:extLst>
                    </a:gridCol>
                    <a:gridCol w="1228627">
                      <a:extLst>
                        <a:ext uri="{9D8B030D-6E8A-4147-A177-3AD203B41FA5}">
                          <a16:colId xmlns:a16="http://schemas.microsoft.com/office/drawing/2014/main" val="1742763889"/>
                        </a:ext>
                      </a:extLst>
                    </a:gridCol>
                  </a:tblGrid>
                  <a:tr h="13444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6"/>
                          <a:stretch>
                            <a:fillRect r="-26897" b="-4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GB" sz="2400" b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Eqn. 5</a:t>
                          </a:r>
                          <a:endParaRPr lang="en-IE" sz="24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668536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B1800342-C1F8-462B-2CA7-A98184163F4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912216"/>
                  </p:ext>
                </p:extLst>
              </p:nvPr>
            </p:nvGraphicFramePr>
            <p:xfrm>
              <a:off x="6154969" y="4521122"/>
              <a:ext cx="5801360" cy="99472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694915">
                      <a:extLst>
                        <a:ext uri="{9D8B030D-6E8A-4147-A177-3AD203B41FA5}">
                          <a16:colId xmlns:a16="http://schemas.microsoft.com/office/drawing/2014/main" val="1360119556"/>
                        </a:ext>
                      </a:extLst>
                    </a:gridCol>
                    <a:gridCol w="1106445">
                      <a:extLst>
                        <a:ext uri="{9D8B030D-6E8A-4147-A177-3AD203B41FA5}">
                          <a16:colId xmlns:a16="http://schemas.microsoft.com/office/drawing/2014/main" val="3007572623"/>
                        </a:ext>
                      </a:extLst>
                    </a:gridCol>
                  </a:tblGrid>
                  <a:tr h="2533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Aft>
                              <a:spcPts val="160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GB" sz="2400" b="1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𝑹𝒆</m:t>
                              </m:r>
                              <m:r>
                                <a:rPr lang="en-GB" sz="2400" b="1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IE" sz="2400" b="1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400" b="1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𝝆</m:t>
                                  </m:r>
                                  <m:r>
                                    <a:rPr lang="en-GB" sz="2400" b="1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𝑽𝒄</m:t>
                                  </m:r>
                                </m:num>
                                <m:den>
                                  <m:r>
                                    <a:rPr lang="en-GB" sz="2400" b="1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𝝁</m:t>
                                  </m:r>
                                </m:den>
                              </m:f>
                            </m:oMath>
                          </a14:m>
                          <a:r>
                            <a:rPr lang="en-IE" sz="2400" b="1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 [7]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GB" sz="2400" b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Eqn. 6</a:t>
                          </a:r>
                          <a:endParaRPr lang="en-IE" sz="24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946831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B1800342-C1F8-462B-2CA7-A98184163F4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912216"/>
                  </p:ext>
                </p:extLst>
              </p:nvPr>
            </p:nvGraphicFramePr>
            <p:xfrm>
              <a:off x="6154969" y="4521122"/>
              <a:ext cx="5801360" cy="99472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694915">
                      <a:extLst>
                        <a:ext uri="{9D8B030D-6E8A-4147-A177-3AD203B41FA5}">
                          <a16:colId xmlns:a16="http://schemas.microsoft.com/office/drawing/2014/main" val="1360119556"/>
                        </a:ext>
                      </a:extLst>
                    </a:gridCol>
                    <a:gridCol w="1106445">
                      <a:extLst>
                        <a:ext uri="{9D8B030D-6E8A-4147-A177-3AD203B41FA5}">
                          <a16:colId xmlns:a16="http://schemas.microsoft.com/office/drawing/2014/main" val="3007572623"/>
                        </a:ext>
                      </a:extLst>
                    </a:gridCol>
                  </a:tblGrid>
                  <a:tr h="9947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7"/>
                          <a:stretch>
                            <a:fillRect r="-23606" b="-60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GB" sz="2400" b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Eqn. 6</a:t>
                          </a:r>
                          <a:endParaRPr lang="en-IE" sz="24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9468314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589576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CD7DB-BC4D-C69B-11AE-B895570BE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C20F7-8D19-10E9-5DC3-CAFCBFA80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7DB406B7-7403-B9B5-2ACF-9FD548C831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35448150"/>
                  </p:ext>
                </p:extLst>
              </p:nvPr>
            </p:nvGraphicFramePr>
            <p:xfrm>
              <a:off x="0" y="1455017"/>
              <a:ext cx="5801360" cy="107213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449452">
                      <a:extLst>
                        <a:ext uri="{9D8B030D-6E8A-4147-A177-3AD203B41FA5}">
                          <a16:colId xmlns:a16="http://schemas.microsoft.com/office/drawing/2014/main" val="3031215307"/>
                        </a:ext>
                      </a:extLst>
                    </a:gridCol>
                    <a:gridCol w="1351908">
                      <a:extLst>
                        <a:ext uri="{9D8B030D-6E8A-4147-A177-3AD203B41FA5}">
                          <a16:colId xmlns:a16="http://schemas.microsoft.com/office/drawing/2014/main" val="2739152891"/>
                        </a:ext>
                      </a:extLst>
                    </a:gridCol>
                  </a:tblGrid>
                  <a:tr h="2533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Aft>
                              <a:spcPts val="160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GB" sz="2400" b="1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𝒚</m:t>
                              </m:r>
                              <m:r>
                                <a:rPr lang="en-GB" sz="2400" b="1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IE" sz="2400" b="1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IE" sz="2400" b="1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sz="2400" b="1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𝒚</m:t>
                                      </m:r>
                                    </m:e>
                                    <m:sup>
                                      <m:r>
                                        <a:rPr lang="en-GB" sz="2400" b="1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+</m:t>
                                      </m:r>
                                    </m:sup>
                                  </m:sSup>
                                  <m:r>
                                    <a:rPr lang="en-GB" sz="2400" b="1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𝝁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IE" sz="2400" b="1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400" b="1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𝒖</m:t>
                                      </m:r>
                                    </m:e>
                                    <m:sub>
                                      <m:r>
                                        <a:rPr lang="en-GB" sz="2400" b="1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∗</m:t>
                                      </m:r>
                                    </m:sub>
                                  </m:sSub>
                                  <m:r>
                                    <a:rPr lang="en-GB" sz="2400" b="1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𝝆</m:t>
                                  </m:r>
                                </m:den>
                              </m:f>
                            </m:oMath>
                          </a14:m>
                          <a:r>
                            <a:rPr lang="en-IE" sz="2400" b="1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 [27]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GB" sz="2400" b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Eqn. 7</a:t>
                          </a:r>
                          <a:endParaRPr lang="en-IE" sz="24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028949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7DB406B7-7403-B9B5-2ACF-9FD548C831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35448150"/>
                  </p:ext>
                </p:extLst>
              </p:nvPr>
            </p:nvGraphicFramePr>
            <p:xfrm>
              <a:off x="0" y="1455017"/>
              <a:ext cx="5801360" cy="107213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449452">
                      <a:extLst>
                        <a:ext uri="{9D8B030D-6E8A-4147-A177-3AD203B41FA5}">
                          <a16:colId xmlns:a16="http://schemas.microsoft.com/office/drawing/2014/main" val="3031215307"/>
                        </a:ext>
                      </a:extLst>
                    </a:gridCol>
                    <a:gridCol w="1351908">
                      <a:extLst>
                        <a:ext uri="{9D8B030D-6E8A-4147-A177-3AD203B41FA5}">
                          <a16:colId xmlns:a16="http://schemas.microsoft.com/office/drawing/2014/main" val="2739152891"/>
                        </a:ext>
                      </a:extLst>
                    </a:gridCol>
                  </a:tblGrid>
                  <a:tr h="107213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r="-30411" b="-50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GB" sz="2400" b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Eqn. 7</a:t>
                          </a:r>
                          <a:endParaRPr lang="en-IE" sz="24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0289494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6BC63657-88D9-CF01-37CF-F2357DCBC32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30073238"/>
                  </p:ext>
                </p:extLst>
              </p:nvPr>
            </p:nvGraphicFramePr>
            <p:xfrm>
              <a:off x="0" y="2618647"/>
              <a:ext cx="5801360" cy="160562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506379">
                      <a:extLst>
                        <a:ext uri="{9D8B030D-6E8A-4147-A177-3AD203B41FA5}">
                          <a16:colId xmlns:a16="http://schemas.microsoft.com/office/drawing/2014/main" val="3064887365"/>
                        </a:ext>
                      </a:extLst>
                    </a:gridCol>
                    <a:gridCol w="1294981">
                      <a:extLst>
                        <a:ext uri="{9D8B030D-6E8A-4147-A177-3AD203B41FA5}">
                          <a16:colId xmlns:a16="http://schemas.microsoft.com/office/drawing/2014/main" val="2040496493"/>
                        </a:ext>
                      </a:extLst>
                    </a:gridCol>
                  </a:tblGrid>
                  <a:tr h="160562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Aft>
                              <a:spcPts val="160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E" sz="2400" b="1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b="1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𝒖</m:t>
                                  </m:r>
                                </m:e>
                                <m:sub>
                                  <m:r>
                                    <a:rPr lang="en-GB" sz="2400" b="1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∗</m:t>
                                  </m:r>
                                </m:sub>
                              </m:sSub>
                              <m:r>
                                <a:rPr lang="en-GB" sz="2400" b="1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E" sz="2400" b="1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IE" sz="2400" b="1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2400" b="1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𝝉</m:t>
                                      </m:r>
                                    </m:num>
                                    <m:den>
                                      <m:r>
                                        <a:rPr lang="en-GB" sz="2400" b="1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𝝆</m:t>
                                      </m:r>
                                    </m:den>
                                  </m:f>
                                </m:e>
                              </m:rad>
                            </m:oMath>
                          </a14:m>
                          <a:r>
                            <a:rPr lang="en-IE" sz="2400" b="1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 [27]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GB" sz="2400" b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Eqn. 8</a:t>
                          </a:r>
                          <a:endParaRPr lang="en-IE" sz="24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2544688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6BC63657-88D9-CF01-37CF-F2357DCBC32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30073238"/>
                  </p:ext>
                </p:extLst>
              </p:nvPr>
            </p:nvGraphicFramePr>
            <p:xfrm>
              <a:off x="0" y="2618647"/>
              <a:ext cx="5801360" cy="160562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506379">
                      <a:extLst>
                        <a:ext uri="{9D8B030D-6E8A-4147-A177-3AD203B41FA5}">
                          <a16:colId xmlns:a16="http://schemas.microsoft.com/office/drawing/2014/main" val="3064887365"/>
                        </a:ext>
                      </a:extLst>
                    </a:gridCol>
                    <a:gridCol w="1294981">
                      <a:extLst>
                        <a:ext uri="{9D8B030D-6E8A-4147-A177-3AD203B41FA5}">
                          <a16:colId xmlns:a16="http://schemas.microsoft.com/office/drawing/2014/main" val="2040496493"/>
                        </a:ext>
                      </a:extLst>
                    </a:gridCol>
                  </a:tblGrid>
                  <a:tr h="16056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r="-288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GB" sz="2400" b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Eqn. 8</a:t>
                          </a:r>
                          <a:endParaRPr lang="en-IE" sz="24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2544688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E40D4E7F-E1C5-42D7-CD8C-36C6E8978D2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2328162"/>
                  </p:ext>
                </p:extLst>
              </p:nvPr>
            </p:nvGraphicFramePr>
            <p:xfrm>
              <a:off x="0" y="4606185"/>
              <a:ext cx="5801360" cy="96323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647781">
                      <a:extLst>
                        <a:ext uri="{9D8B030D-6E8A-4147-A177-3AD203B41FA5}">
                          <a16:colId xmlns:a16="http://schemas.microsoft.com/office/drawing/2014/main" val="3279815198"/>
                        </a:ext>
                      </a:extLst>
                    </a:gridCol>
                    <a:gridCol w="1153579">
                      <a:extLst>
                        <a:ext uri="{9D8B030D-6E8A-4147-A177-3AD203B41FA5}">
                          <a16:colId xmlns:a16="http://schemas.microsoft.com/office/drawing/2014/main" val="1189347936"/>
                        </a:ext>
                      </a:extLst>
                    </a:gridCol>
                  </a:tblGrid>
                  <a:tr h="2533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Aft>
                              <a:spcPts val="160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GB" sz="2400" b="1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𝝉</m:t>
                              </m:r>
                              <m:r>
                                <a:rPr lang="en-GB" sz="2400" b="1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IE" sz="2400" b="1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IE" sz="2400" b="1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400" b="1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𝑪</m:t>
                                      </m:r>
                                    </m:e>
                                    <m:sub>
                                      <m:r>
                                        <a:rPr lang="en-GB" sz="2400" b="1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𝒇</m:t>
                                      </m:r>
                                    </m:sub>
                                  </m:sSub>
                                  <m:r>
                                    <a:rPr lang="en-GB" sz="2400" b="1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𝝆</m:t>
                                  </m:r>
                                  <m:r>
                                    <a:rPr lang="en-GB" sz="2400" b="1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IE" sz="2400" b="1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400" b="1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𝑼</m:t>
                                      </m:r>
                                    </m:e>
                                    <m:sub>
                                      <m:r>
                                        <a:rPr lang="en-GB" sz="2400" b="1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∞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GB" sz="2400" b="1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oMath>
                          </a14:m>
                          <a:r>
                            <a:rPr lang="en-IE" sz="2400" b="1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 [28]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GB" sz="2400" b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Eqn. 9</a:t>
                          </a:r>
                          <a:endParaRPr lang="en-IE" sz="24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740412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>
                <a:extLst>
                  <a:ext uri="{FF2B5EF4-FFF2-40B4-BE49-F238E27FC236}">
                    <a16:creationId xmlns:a16="http://schemas.microsoft.com/office/drawing/2014/main" id="{E40D4E7F-E1C5-42D7-CD8C-36C6E8978D2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2328162"/>
                  </p:ext>
                </p:extLst>
              </p:nvPr>
            </p:nvGraphicFramePr>
            <p:xfrm>
              <a:off x="0" y="4606185"/>
              <a:ext cx="5801360" cy="96323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647781">
                      <a:extLst>
                        <a:ext uri="{9D8B030D-6E8A-4147-A177-3AD203B41FA5}">
                          <a16:colId xmlns:a16="http://schemas.microsoft.com/office/drawing/2014/main" val="3279815198"/>
                        </a:ext>
                      </a:extLst>
                    </a:gridCol>
                    <a:gridCol w="1153579">
                      <a:extLst>
                        <a:ext uri="{9D8B030D-6E8A-4147-A177-3AD203B41FA5}">
                          <a16:colId xmlns:a16="http://schemas.microsoft.com/office/drawing/2014/main" val="1189347936"/>
                        </a:ext>
                      </a:extLst>
                    </a:gridCol>
                  </a:tblGrid>
                  <a:tr h="96323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r="-24771" b="-10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GB" sz="2400" b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Eqn. 9</a:t>
                          </a:r>
                          <a:endParaRPr lang="en-IE" sz="24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7404127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Table 18">
                <a:extLst>
                  <a:ext uri="{FF2B5EF4-FFF2-40B4-BE49-F238E27FC236}">
                    <a16:creationId xmlns:a16="http://schemas.microsoft.com/office/drawing/2014/main" id="{305ACD9D-9F53-BB96-FBB4-6E697456EEB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41740824"/>
                  </p:ext>
                </p:extLst>
              </p:nvPr>
            </p:nvGraphicFramePr>
            <p:xfrm>
              <a:off x="5801359" y="1836842"/>
              <a:ext cx="6174191" cy="1037463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5028314">
                      <a:extLst>
                        <a:ext uri="{9D8B030D-6E8A-4147-A177-3AD203B41FA5}">
                          <a16:colId xmlns:a16="http://schemas.microsoft.com/office/drawing/2014/main" val="537655782"/>
                        </a:ext>
                      </a:extLst>
                    </a:gridCol>
                    <a:gridCol w="1145877">
                      <a:extLst>
                        <a:ext uri="{9D8B030D-6E8A-4147-A177-3AD203B41FA5}">
                          <a16:colId xmlns:a16="http://schemas.microsoft.com/office/drawing/2014/main" val="1436953037"/>
                        </a:ext>
                      </a:extLst>
                    </a:gridCol>
                  </a:tblGrid>
                  <a:tr h="2533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Aft>
                              <a:spcPts val="16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E" sz="2400" b="1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Yu Mincho" panose="02020400000000000000" pitchFamily="18" charset="-128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400" b="1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Yu Mincho" panose="02020400000000000000" pitchFamily="18" charset="-128"/>
                                        <a:cs typeface="Times New Roman" panose="020206030504050203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GB" sz="2400" b="1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Yu Mincho" panose="02020400000000000000" pitchFamily="18" charset="-128"/>
                                        <a:cs typeface="Times New Roman" panose="02020603050405020304" pitchFamily="18" charset="0"/>
                                      </a:rPr>
                                      <m:t>𝒇</m:t>
                                    </m:r>
                                  </m:sub>
                                </m:sSub>
                                <m:r>
                                  <a:rPr lang="en-GB" sz="2400" b="1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Yu Mincho" panose="02020400000000000000" pitchFamily="18" charset="-128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IE" sz="2400" b="1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IE" sz="2400" b="1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Yu Mincho" panose="02020400000000000000" pitchFamily="18" charset="-128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GB" sz="2400" b="1" i="1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Yu Mincho" panose="02020400000000000000" pitchFamily="18" charset="-128"/>
                                            <a:cs typeface="Times New Roman" panose="02020603050405020304" pitchFamily="18" charset="0"/>
                                          </a:rPr>
                                          <m:t>𝟐</m:t>
                                        </m:r>
                                        <m:func>
                                          <m:funcPr>
                                            <m:ctrlPr>
                                              <a:rPr lang="en-IE" sz="2400" b="1" i="1">
                                                <a:solidFill>
                                                  <a:srgbClr val="00000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Yu Mincho" panose="02020400000000000000" pitchFamily="18" charset="-128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sSub>
                                              <m:sSubPr>
                                                <m:ctrlPr>
                                                  <a:rPr lang="en-IE" sz="2400" b="1" i="1">
                                                    <a:solidFill>
                                                      <a:srgbClr val="000000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Yu Mincho" panose="02020400000000000000" pitchFamily="18" charset="-128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GB" sz="2400" b="1" i="1" smtClean="0">
                                                    <a:solidFill>
                                                      <a:srgbClr val="000000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Yu Mincho" panose="02020400000000000000" pitchFamily="18" charset="-128"/>
                                                    <a:cs typeface="Times New Roman" panose="02020603050405020304" pitchFamily="18" charset="0"/>
                                                  </a:rPr>
                                                  <m:t>𝐥𝐨𝐠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GB" sz="2400" b="1" i="1" smtClean="0">
                                                    <a:solidFill>
                                                      <a:srgbClr val="000000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Yu Mincho" panose="02020400000000000000" pitchFamily="18" charset="-128"/>
                                                    <a:cs typeface="Times New Roman" panose="02020603050405020304" pitchFamily="18" charset="0"/>
                                                  </a:rPr>
                                                  <m:t>𝟏𝟎</m:t>
                                                </m:r>
                                              </m:sub>
                                            </m:sSub>
                                          </m:fName>
                                          <m:e>
                                            <m:d>
                                              <m:dPr>
                                                <m:ctrlPr>
                                                  <a:rPr lang="en-IE" sz="2400" b="1" i="1">
                                                    <a:solidFill>
                                                      <a:srgbClr val="000000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GB" sz="2400" b="1" i="1" smtClean="0">
                                                    <a:solidFill>
                                                      <a:srgbClr val="000000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  <m:t>𝑹𝒆</m:t>
                                                </m:r>
                                              </m:e>
                                            </m:d>
                                            <m:r>
                                              <a:rPr lang="en-GB" sz="2400" b="1" i="1" smtClean="0">
                                                <a:solidFill>
                                                  <a:srgbClr val="00000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GB" sz="2400" b="1" i="1" smtClean="0">
                                                <a:solidFill>
                                                  <a:srgbClr val="00000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𝟎</m:t>
                                            </m:r>
                                            <m:r>
                                              <a:rPr lang="en-GB" sz="2400" b="1" i="1" smtClean="0">
                                                <a:solidFill>
                                                  <a:srgbClr val="00000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.</m:t>
                                            </m:r>
                                            <m:r>
                                              <a:rPr lang="en-GB" sz="2400" b="1" i="1" smtClean="0">
                                                <a:solidFill>
                                                  <a:srgbClr val="00000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𝟔𝟓</m:t>
                                            </m:r>
                                          </m:e>
                                        </m:func>
                                      </m:e>
                                    </m:d>
                                  </m:e>
                                  <m:sup>
                                    <m:r>
                                      <a:rPr lang="en-GB" sz="2400" b="1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n-GB" sz="2400" b="1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𝟐</m:t>
                                    </m:r>
                                    <m:r>
                                      <a:rPr lang="en-GB" sz="2400" b="1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.</m:t>
                                    </m:r>
                                    <m:r>
                                      <a:rPr lang="en-GB" sz="2400" b="1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𝟑</m:t>
                                    </m:r>
                                  </m:sup>
                                </m:sSup>
                                <m:r>
                                  <a:rPr lang="en-US" sz="2400" b="1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[</m:t>
                                </m:r>
                                <m:r>
                                  <a:rPr lang="en-US" sz="2400" b="1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𝟐𝟖</m:t>
                                </m:r>
                                <m:r>
                                  <a:rPr lang="en-US" sz="2400" b="1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IE" sz="24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GB" sz="2400" b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Eqn. 10</a:t>
                          </a:r>
                          <a:endParaRPr lang="en-IE" sz="24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4909033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" name="Table 18">
                <a:extLst>
                  <a:ext uri="{FF2B5EF4-FFF2-40B4-BE49-F238E27FC236}">
                    <a16:creationId xmlns:a16="http://schemas.microsoft.com/office/drawing/2014/main" id="{305ACD9D-9F53-BB96-FBB4-6E697456EEB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41740824"/>
                  </p:ext>
                </p:extLst>
              </p:nvPr>
            </p:nvGraphicFramePr>
            <p:xfrm>
              <a:off x="5801359" y="1836842"/>
              <a:ext cx="6174191" cy="1037463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5028314">
                      <a:extLst>
                        <a:ext uri="{9D8B030D-6E8A-4147-A177-3AD203B41FA5}">
                          <a16:colId xmlns:a16="http://schemas.microsoft.com/office/drawing/2014/main" val="537655782"/>
                        </a:ext>
                      </a:extLst>
                    </a:gridCol>
                    <a:gridCol w="1145877">
                      <a:extLst>
                        <a:ext uri="{9D8B030D-6E8A-4147-A177-3AD203B41FA5}">
                          <a16:colId xmlns:a16="http://schemas.microsoft.com/office/drawing/2014/main" val="1436953037"/>
                        </a:ext>
                      </a:extLst>
                    </a:gridCol>
                  </a:tblGrid>
                  <a:tr h="103746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r="-227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GB" sz="2400" b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Eqn. 10</a:t>
                          </a:r>
                          <a:endParaRPr lang="en-IE" sz="24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4909033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Table 20">
                <a:extLst>
                  <a:ext uri="{FF2B5EF4-FFF2-40B4-BE49-F238E27FC236}">
                    <a16:creationId xmlns:a16="http://schemas.microsoft.com/office/drawing/2014/main" id="{440BC1C3-3D24-057B-F9C6-79ECFBA0CA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17314398"/>
                  </p:ext>
                </p:extLst>
              </p:nvPr>
            </p:nvGraphicFramePr>
            <p:xfrm>
              <a:off x="6390642" y="2618726"/>
              <a:ext cx="5801360" cy="126949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110818">
                      <a:extLst>
                        <a:ext uri="{9D8B030D-6E8A-4147-A177-3AD203B41FA5}">
                          <a16:colId xmlns:a16="http://schemas.microsoft.com/office/drawing/2014/main" val="932746147"/>
                        </a:ext>
                      </a:extLst>
                    </a:gridCol>
                    <a:gridCol w="1690542">
                      <a:extLst>
                        <a:ext uri="{9D8B030D-6E8A-4147-A177-3AD203B41FA5}">
                          <a16:colId xmlns:a16="http://schemas.microsoft.com/office/drawing/2014/main" val="3798248075"/>
                        </a:ext>
                      </a:extLst>
                    </a:gridCol>
                  </a:tblGrid>
                  <a:tr h="2533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Aft>
                              <a:spcPts val="160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GB" sz="2400" b="1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  <m:t>𝑹</m:t>
                              </m:r>
                              <m:r>
                                <a:rPr lang="en-GB" sz="2400" b="1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Yu Mincho" panose="02020400000000000000" pitchFamily="18" charset="-128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IE" sz="2400" b="1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Yu Mincho" panose="02020400000000000000" pitchFamily="18" charset="-128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400" b="1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Yu Mincho" panose="02020400000000000000" pitchFamily="18" charset="-128"/>
                                      <a:cs typeface="Times New Roman" panose="02020603050405020304" pitchFamily="18" charset="0"/>
                                    </a:rPr>
                                    <m:t>𝑽</m:t>
                                  </m:r>
                                  <m:f>
                                    <m:fPr>
                                      <m:ctrlPr>
                                        <a:rPr lang="en-IE" sz="2400" b="1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Yu Mincho" panose="02020400000000000000" pitchFamily="18" charset="-128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2400" b="1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Yu Mincho" panose="02020400000000000000" pitchFamily="18" charset="-128"/>
                                          <a:cs typeface="Times New Roman" panose="02020603050405020304" pitchFamily="18" charset="0"/>
                                        </a:rPr>
                                        <m:t>𝑳</m:t>
                                      </m:r>
                                    </m:num>
                                    <m:den>
                                      <m:r>
                                        <a:rPr lang="en-GB" sz="2400" b="1" i="1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Yu Mincho" panose="02020400000000000000" pitchFamily="18" charset="-128"/>
                                          <a:cs typeface="Times New Roman" panose="02020603050405020304" pitchFamily="18" charset="0"/>
                                        </a:rPr>
                                        <m:t>𝑫</m:t>
                                      </m:r>
                                    </m:den>
                                  </m:f>
                                  <m:r>
                                    <a:rPr lang="en-GB" sz="2400" b="1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Yu Mincho" panose="02020400000000000000" pitchFamily="18" charset="-128"/>
                                      <a:cs typeface="Times New Roman" panose="02020603050405020304" pitchFamily="18" charset="0"/>
                                    </a:rPr>
                                    <m:t> </m:t>
                                  </m:r>
                                </m:num>
                                <m:den>
                                  <m:r>
                                    <a:rPr lang="en-GB" sz="2400" b="1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𝑻𝑺𝑭𝑪</m:t>
                                  </m:r>
                                </m:den>
                              </m:f>
                              <m:func>
                                <m:funcPr>
                                  <m:ctrlPr>
                                    <a:rPr lang="en-IE" sz="2400" b="1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Yu Mincho" panose="02020400000000000000" pitchFamily="18" charset="-128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GB" sz="2400" b="1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Yu Mincho" panose="02020400000000000000" pitchFamily="18" charset="-128"/>
                                      <a:cs typeface="Times New Roman" panose="02020603050405020304" pitchFamily="18" charset="0"/>
                                    </a:rPr>
                                    <m:t>𝐥𝐧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IE" sz="2400" b="1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Yu Mincho" panose="02020400000000000000" pitchFamily="18" charset="-128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IE" sz="2400" b="1" i="1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Yu Mincho" panose="02020400000000000000" pitchFamily="18" charset="-128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IE" sz="2400" b="1" i="1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Yu Mincho" panose="02020400000000000000" pitchFamily="18" charset="-128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sz="2400" b="1" i="1" smtClean="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Yu Mincho" panose="02020400000000000000" pitchFamily="18" charset="-128"/>
                                                  <a:cs typeface="Times New Roman" panose="02020603050405020304" pitchFamily="18" charset="0"/>
                                                </a:rPr>
                                                <m:t>𝑾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sz="2400" b="1" i="1" smtClean="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Yu Mincho" panose="02020400000000000000" pitchFamily="18" charset="-128"/>
                                                  <a:cs typeface="Times New Roman" panose="02020603050405020304" pitchFamily="18" charset="0"/>
                                                </a:rPr>
                                                <m:t>𝒔𝒕𝒂𝒓𝒕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IE" sz="2400" b="1" i="1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Yu Mincho" panose="02020400000000000000" pitchFamily="18" charset="-128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sz="2400" b="1" i="1" smtClean="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Yu Mincho" panose="02020400000000000000" pitchFamily="18" charset="-128"/>
                                                  <a:cs typeface="Times New Roman" panose="02020603050405020304" pitchFamily="18" charset="0"/>
                                                </a:rPr>
                                                <m:t>𝑾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sz="2400" b="1" i="1" smtClean="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Yu Mincho" panose="02020400000000000000" pitchFamily="18" charset="-128"/>
                                                  <a:cs typeface="Times New Roman" panose="02020603050405020304" pitchFamily="18" charset="0"/>
                                                </a:rPr>
                                                <m:t>𝒆𝒏𝒅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oMath>
                          </a14:m>
                          <a:r>
                            <a:rPr lang="en-IE" sz="2400" b="1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 [4]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GB" sz="2400" b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Eqn. 11</a:t>
                          </a:r>
                          <a:endParaRPr lang="en-IE" sz="24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8837006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Table 20">
                <a:extLst>
                  <a:ext uri="{FF2B5EF4-FFF2-40B4-BE49-F238E27FC236}">
                    <a16:creationId xmlns:a16="http://schemas.microsoft.com/office/drawing/2014/main" id="{440BC1C3-3D24-057B-F9C6-79ECFBA0CA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17314398"/>
                  </p:ext>
                </p:extLst>
              </p:nvPr>
            </p:nvGraphicFramePr>
            <p:xfrm>
              <a:off x="6390642" y="2618726"/>
              <a:ext cx="5801360" cy="126949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110818">
                      <a:extLst>
                        <a:ext uri="{9D8B030D-6E8A-4147-A177-3AD203B41FA5}">
                          <a16:colId xmlns:a16="http://schemas.microsoft.com/office/drawing/2014/main" val="932746147"/>
                        </a:ext>
                      </a:extLst>
                    </a:gridCol>
                    <a:gridCol w="1690542">
                      <a:extLst>
                        <a:ext uri="{9D8B030D-6E8A-4147-A177-3AD203B41FA5}">
                          <a16:colId xmlns:a16="http://schemas.microsoft.com/office/drawing/2014/main" val="3798248075"/>
                        </a:ext>
                      </a:extLst>
                    </a:gridCol>
                  </a:tblGrid>
                  <a:tr h="12694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6"/>
                          <a:stretch>
                            <a:fillRect r="-41037" b="-43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GB" sz="2400" b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Eqn. 11</a:t>
                          </a:r>
                          <a:endParaRPr lang="en-IE" sz="24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8837006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Table 22">
                <a:extLst>
                  <a:ext uri="{FF2B5EF4-FFF2-40B4-BE49-F238E27FC236}">
                    <a16:creationId xmlns:a16="http://schemas.microsoft.com/office/drawing/2014/main" id="{68237C03-AF8F-FD3F-140F-9DF0E008FA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8963874"/>
                  </p:ext>
                </p:extLst>
              </p:nvPr>
            </p:nvGraphicFramePr>
            <p:xfrm>
              <a:off x="6174190" y="4703213"/>
              <a:ext cx="5801360" cy="151003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459245">
                      <a:extLst>
                        <a:ext uri="{9D8B030D-6E8A-4147-A177-3AD203B41FA5}">
                          <a16:colId xmlns:a16="http://schemas.microsoft.com/office/drawing/2014/main" val="3937426981"/>
                        </a:ext>
                      </a:extLst>
                    </a:gridCol>
                    <a:gridCol w="1342115">
                      <a:extLst>
                        <a:ext uri="{9D8B030D-6E8A-4147-A177-3AD203B41FA5}">
                          <a16:colId xmlns:a16="http://schemas.microsoft.com/office/drawing/2014/main" val="4149858143"/>
                        </a:ext>
                      </a:extLst>
                    </a:gridCol>
                  </a:tblGrid>
                  <a:tr h="2533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Aft>
                              <a:spcPts val="16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E" sz="2400" b="1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400" b="1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GB" sz="2400" b="1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𝒇𝒖𝒆𝒍</m:t>
                                    </m:r>
                                  </m:sub>
                                </m:sSub>
                                <m:r>
                                  <a:rPr lang="en-GB" sz="2400" b="1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IE" sz="2400" b="1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400" b="1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GB" sz="2400" b="1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𝒆𝒏𝒅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IE" sz="2400" b="1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IE" sz="2400" b="1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GB" sz="2400" b="1" i="1" smtClean="0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𝒆</m:t>
                                        </m:r>
                                      </m:e>
                                      <m:sup>
                                        <m:f>
                                          <m:fPr>
                                            <m:ctrlPr>
                                              <a:rPr lang="en-IE" sz="2400" b="1" i="1">
                                                <a:solidFill>
                                                  <a:srgbClr val="00000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GB" sz="2400" b="1" i="1" smtClean="0">
                                                <a:solidFill>
                                                  <a:srgbClr val="00000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𝒕</m:t>
                                            </m:r>
                                            <m:r>
                                              <a:rPr lang="en-GB" sz="2400" b="1" i="1" smtClean="0">
                                                <a:solidFill>
                                                  <a:srgbClr val="00000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∗</m:t>
                                            </m:r>
                                            <m:r>
                                              <a:rPr lang="en-GB" sz="2400" b="1" i="1" smtClean="0">
                                                <a:solidFill>
                                                  <a:srgbClr val="000000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𝑻𝑺𝑭𝑪</m:t>
                                            </m:r>
                                          </m:num>
                                          <m:den>
                                            <m:d>
                                              <m:dPr>
                                                <m:ctrlPr>
                                                  <a:rPr lang="en-IE" sz="2400" b="1" i="1">
                                                    <a:solidFill>
                                                      <a:srgbClr val="000000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GB" sz="2400" b="1" i="1" smtClean="0">
                                                    <a:solidFill>
                                                      <a:srgbClr val="000000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  <m:t>𝑳</m:t>
                                                </m:r>
                                                <m:r>
                                                  <a:rPr lang="en-GB" sz="2400" b="1" i="1" smtClean="0">
                                                    <a:solidFill>
                                                      <a:srgbClr val="000000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  <m:t>/</m:t>
                                                </m:r>
                                                <m:r>
                                                  <a:rPr lang="en-GB" sz="2400" b="1" i="1" smtClean="0">
                                                    <a:solidFill>
                                                      <a:srgbClr val="000000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  <m:t>𝑫</m:t>
                                                </m:r>
                                              </m:e>
                                            </m:d>
                                          </m:den>
                                        </m:f>
                                      </m:sup>
                                    </m:sSup>
                                    <m:r>
                                      <a:rPr lang="en-GB" sz="2400" b="1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n-GB" sz="2400" b="1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𝟏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IE" sz="24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GB" sz="2400" b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Eqn. 14</a:t>
                          </a:r>
                          <a:endParaRPr lang="en-IE" sz="24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215401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Table 22">
                <a:extLst>
                  <a:ext uri="{FF2B5EF4-FFF2-40B4-BE49-F238E27FC236}">
                    <a16:creationId xmlns:a16="http://schemas.microsoft.com/office/drawing/2014/main" id="{68237C03-AF8F-FD3F-140F-9DF0E008FA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8963874"/>
                  </p:ext>
                </p:extLst>
              </p:nvPr>
            </p:nvGraphicFramePr>
            <p:xfrm>
              <a:off x="6174190" y="4703213"/>
              <a:ext cx="5801360" cy="151003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459245">
                      <a:extLst>
                        <a:ext uri="{9D8B030D-6E8A-4147-A177-3AD203B41FA5}">
                          <a16:colId xmlns:a16="http://schemas.microsoft.com/office/drawing/2014/main" val="3937426981"/>
                        </a:ext>
                      </a:extLst>
                    </a:gridCol>
                    <a:gridCol w="1342115">
                      <a:extLst>
                        <a:ext uri="{9D8B030D-6E8A-4147-A177-3AD203B41FA5}">
                          <a16:colId xmlns:a16="http://schemas.microsoft.com/office/drawing/2014/main" val="4149858143"/>
                        </a:ext>
                      </a:extLst>
                    </a:gridCol>
                  </a:tblGrid>
                  <a:tr h="151003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7"/>
                          <a:stretch>
                            <a:fillRect r="-300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GB" sz="2400" b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Eqn. 14</a:t>
                          </a:r>
                          <a:endParaRPr lang="en-IE" sz="2400" b="1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2154011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915988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3E125-B010-FD79-3501-0ED9E7CC1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054" y="336844"/>
            <a:ext cx="10515600" cy="1325563"/>
          </a:xfrm>
        </p:spPr>
        <p:txBody>
          <a:bodyPr/>
          <a:lstStyle/>
          <a:p>
            <a:r>
              <a:rPr lang="en-IE" dirty="0"/>
              <a:t>NACA 0012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C0B622-DFE8-BB42-09F4-83ADD671E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57454" y="6328069"/>
            <a:ext cx="4114800" cy="365125"/>
          </a:xfrm>
        </p:spPr>
        <p:txBody>
          <a:bodyPr/>
          <a:lstStyle/>
          <a:p>
            <a:r>
              <a:rPr lang="en-US"/>
              <a:t>CFD-Based Aerodynamic Optimisation</a:t>
            </a:r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C9D60D-A095-7D26-F1EF-7857F6F79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9454" y="6328069"/>
            <a:ext cx="2743200" cy="365125"/>
          </a:xfrm>
        </p:spPr>
        <p:txBody>
          <a:bodyPr/>
          <a:lstStyle/>
          <a:p>
            <a:fld id="{F498D6C6-49D9-487F-89BA-AE72FFC7711E}" type="slidenum">
              <a:rPr lang="en-IE" smtClean="0"/>
              <a:t>30</a:t>
            </a:fld>
            <a:endParaRPr lang="en-IE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29E6CE9D-1272-51C8-F026-D3A9C6A67F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3482329"/>
              </p:ext>
            </p:extLst>
          </p:nvPr>
        </p:nvGraphicFramePr>
        <p:xfrm>
          <a:off x="819346" y="1483297"/>
          <a:ext cx="5647442" cy="4326128"/>
        </p:xfrm>
        <a:graphic>
          <a:graphicData uri="http://schemas.openxmlformats.org/drawingml/2006/table">
            <a:tbl>
              <a:tblPr/>
              <a:tblGrid>
                <a:gridCol w="2194485">
                  <a:extLst>
                    <a:ext uri="{9D8B030D-6E8A-4147-A177-3AD203B41FA5}">
                      <a16:colId xmlns:a16="http://schemas.microsoft.com/office/drawing/2014/main" val="3977068109"/>
                    </a:ext>
                  </a:extLst>
                </a:gridCol>
                <a:gridCol w="873316">
                  <a:extLst>
                    <a:ext uri="{9D8B030D-6E8A-4147-A177-3AD203B41FA5}">
                      <a16:colId xmlns:a16="http://schemas.microsoft.com/office/drawing/2014/main" val="868679177"/>
                    </a:ext>
                  </a:extLst>
                </a:gridCol>
                <a:gridCol w="873316">
                  <a:extLst>
                    <a:ext uri="{9D8B030D-6E8A-4147-A177-3AD203B41FA5}">
                      <a16:colId xmlns:a16="http://schemas.microsoft.com/office/drawing/2014/main" val="2786259272"/>
                    </a:ext>
                  </a:extLst>
                </a:gridCol>
                <a:gridCol w="873316">
                  <a:extLst>
                    <a:ext uri="{9D8B030D-6E8A-4147-A177-3AD203B41FA5}">
                      <a16:colId xmlns:a16="http://schemas.microsoft.com/office/drawing/2014/main" val="3577456912"/>
                    </a:ext>
                  </a:extLst>
                </a:gridCol>
                <a:gridCol w="833009">
                  <a:extLst>
                    <a:ext uri="{9D8B030D-6E8A-4147-A177-3AD203B41FA5}">
                      <a16:colId xmlns:a16="http://schemas.microsoft.com/office/drawing/2014/main" val="584284952"/>
                    </a:ext>
                  </a:extLst>
                </a:gridCol>
              </a:tblGrid>
              <a:tr h="2801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Variable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Test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Reference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336744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Nickname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act_3D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act_2D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ref_3D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ref_2D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808376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Dimensions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1199989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Altitude (m)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2,675.17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2,675.17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2248694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AoA (</a:t>
                      </a: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°</a:t>
                      </a: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1787658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Chord Length (m)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39148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Mach Number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0.716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0.716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0.258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0.258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8977505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C_d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0.01018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0.00887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0.01001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0.00958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0003242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C_l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0.23587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0.24282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0.43443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0.43862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6132891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Lift to Drag Ratio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23.18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27.37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43.38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45.77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077561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Iterations Needed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2,000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2029145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y+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4653209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Cell Count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678,703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24,336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678,703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24,336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9018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Time Taken (s)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1,329.90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215.50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1,408.57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566.09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133909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Time per iteration (s)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11.84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0605163"/>
                  </a:ext>
                </a:extLst>
              </a:tr>
              <a:tr h="2801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Reynolds Number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1.30E+07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1.30E+07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6.01E+06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6.01E+06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960495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0123359-7745-B88E-5172-D4C22EBC59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8688839"/>
              </p:ext>
            </p:extLst>
          </p:nvPr>
        </p:nvGraphicFramePr>
        <p:xfrm>
          <a:off x="7202078" y="1483297"/>
          <a:ext cx="4132868" cy="1945706"/>
        </p:xfrm>
        <a:graphic>
          <a:graphicData uri="http://schemas.openxmlformats.org/drawingml/2006/table">
            <a:tbl>
              <a:tblPr/>
              <a:tblGrid>
                <a:gridCol w="1821468">
                  <a:extLst>
                    <a:ext uri="{9D8B030D-6E8A-4147-A177-3AD203B41FA5}">
                      <a16:colId xmlns:a16="http://schemas.microsoft.com/office/drawing/2014/main" val="2126022754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838614327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580305262"/>
                    </a:ext>
                  </a:extLst>
                </a:gridCol>
              </a:tblGrid>
              <a:tr h="2690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Variable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NACA_0012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NACA_0012_2D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2207137"/>
                  </a:ext>
                </a:extLst>
              </a:tr>
              <a:tr h="2690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Maximum Skewness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3561853"/>
                  </a:ext>
                </a:extLst>
              </a:tr>
              <a:tr h="2690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Min Orthogonal Quality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0.138759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4623393"/>
                  </a:ext>
                </a:extLst>
              </a:tr>
              <a:tr h="2690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Face Count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63,968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E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167877"/>
                  </a:ext>
                </a:extLst>
              </a:tr>
              <a:tr h="3314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Cell Count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678,703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24,336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9459573"/>
                  </a:ext>
                </a:extLst>
              </a:tr>
              <a:tr h="2690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Time Taken (s)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336.28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308.75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1195781"/>
                  </a:ext>
                </a:extLst>
              </a:tr>
              <a:tr h="2690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Mesh File Size (bytes)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61,533,698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650,541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6637259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F9A4183-3494-3B38-FA8B-F84194BE78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9470123"/>
              </p:ext>
            </p:extLst>
          </p:nvPr>
        </p:nvGraphicFramePr>
        <p:xfrm>
          <a:off x="7202078" y="3863719"/>
          <a:ext cx="4170576" cy="1945706"/>
        </p:xfrm>
        <a:graphic>
          <a:graphicData uri="http://schemas.openxmlformats.org/drawingml/2006/table">
            <a:tbl>
              <a:tblPr/>
              <a:tblGrid>
                <a:gridCol w="1145070">
                  <a:extLst>
                    <a:ext uri="{9D8B030D-6E8A-4147-A177-3AD203B41FA5}">
                      <a16:colId xmlns:a16="http://schemas.microsoft.com/office/drawing/2014/main" val="3320734843"/>
                    </a:ext>
                  </a:extLst>
                </a:gridCol>
                <a:gridCol w="861429">
                  <a:extLst>
                    <a:ext uri="{9D8B030D-6E8A-4147-A177-3AD203B41FA5}">
                      <a16:colId xmlns:a16="http://schemas.microsoft.com/office/drawing/2014/main" val="138754759"/>
                    </a:ext>
                  </a:extLst>
                </a:gridCol>
                <a:gridCol w="1050523">
                  <a:extLst>
                    <a:ext uri="{9D8B030D-6E8A-4147-A177-3AD203B41FA5}">
                      <a16:colId xmlns:a16="http://schemas.microsoft.com/office/drawing/2014/main" val="3699465039"/>
                    </a:ext>
                  </a:extLst>
                </a:gridCol>
                <a:gridCol w="1113554">
                  <a:extLst>
                    <a:ext uri="{9D8B030D-6E8A-4147-A177-3AD203B41FA5}">
                      <a16:colId xmlns:a16="http://schemas.microsoft.com/office/drawing/2014/main" val="131036706"/>
                    </a:ext>
                  </a:extLst>
                </a:gridCol>
              </a:tblGrid>
              <a:tr h="55591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NACA 0012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C_d</a:t>
                      </a:r>
                      <a:endParaRPr lang="en-IE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C_l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Lift to Drag Ratio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994331"/>
                  </a:ext>
                </a:extLst>
              </a:tr>
              <a:tr h="2779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Original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0.01017664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0.23586677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23.17727364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9925346"/>
                  </a:ext>
                </a:extLst>
              </a:tr>
              <a:tr h="2779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Short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0.01071617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0.35804555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33.41170866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5248416"/>
                  </a:ext>
                </a:extLst>
              </a:tr>
              <a:tr h="2779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Long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0.00865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0.42111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48.68116024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68982"/>
                  </a:ext>
                </a:extLst>
              </a:tr>
              <a:tr h="2779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Change Short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5.30%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51.80%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44.16%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4413349"/>
                  </a:ext>
                </a:extLst>
              </a:tr>
              <a:tr h="2779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Change Long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-15.00%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78.54%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110.04%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4868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50374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23040-5F09-DC1E-FC9E-1D5C0D8A9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B80CA-FB4F-C20E-FA6E-7F6D29255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054" y="336844"/>
            <a:ext cx="10515600" cy="1325563"/>
          </a:xfrm>
        </p:spPr>
        <p:txBody>
          <a:bodyPr/>
          <a:lstStyle/>
          <a:p>
            <a:r>
              <a:rPr lang="en-IE" dirty="0"/>
              <a:t>NACA 2412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CDFF1A-10F5-DFAC-4793-2B64E1851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57454" y="6328069"/>
            <a:ext cx="4114800" cy="365125"/>
          </a:xfrm>
        </p:spPr>
        <p:txBody>
          <a:bodyPr/>
          <a:lstStyle/>
          <a:p>
            <a:r>
              <a:rPr lang="en-US"/>
              <a:t>CFD-Based Aerodynamic Optimisation</a:t>
            </a:r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1445AB-6815-795E-C6AD-73BA079F5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9454" y="6328069"/>
            <a:ext cx="2743200" cy="365125"/>
          </a:xfrm>
        </p:spPr>
        <p:txBody>
          <a:bodyPr/>
          <a:lstStyle/>
          <a:p>
            <a:fld id="{F498D6C6-49D9-487F-89BA-AE72FFC7711E}" type="slidenum">
              <a:rPr lang="en-IE" smtClean="0"/>
              <a:t>31</a:t>
            </a:fld>
            <a:endParaRPr lang="en-IE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E76B9761-10C9-4BD5-40BA-84F6C616C0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6223249"/>
              </p:ext>
            </p:extLst>
          </p:nvPr>
        </p:nvGraphicFramePr>
        <p:xfrm>
          <a:off x="819346" y="1483297"/>
          <a:ext cx="5647442" cy="4326128"/>
        </p:xfrm>
        <a:graphic>
          <a:graphicData uri="http://schemas.openxmlformats.org/drawingml/2006/table">
            <a:tbl>
              <a:tblPr/>
              <a:tblGrid>
                <a:gridCol w="2194485">
                  <a:extLst>
                    <a:ext uri="{9D8B030D-6E8A-4147-A177-3AD203B41FA5}">
                      <a16:colId xmlns:a16="http://schemas.microsoft.com/office/drawing/2014/main" val="3977068109"/>
                    </a:ext>
                  </a:extLst>
                </a:gridCol>
                <a:gridCol w="873316">
                  <a:extLst>
                    <a:ext uri="{9D8B030D-6E8A-4147-A177-3AD203B41FA5}">
                      <a16:colId xmlns:a16="http://schemas.microsoft.com/office/drawing/2014/main" val="868679177"/>
                    </a:ext>
                  </a:extLst>
                </a:gridCol>
                <a:gridCol w="873316">
                  <a:extLst>
                    <a:ext uri="{9D8B030D-6E8A-4147-A177-3AD203B41FA5}">
                      <a16:colId xmlns:a16="http://schemas.microsoft.com/office/drawing/2014/main" val="2786259272"/>
                    </a:ext>
                  </a:extLst>
                </a:gridCol>
                <a:gridCol w="873316">
                  <a:extLst>
                    <a:ext uri="{9D8B030D-6E8A-4147-A177-3AD203B41FA5}">
                      <a16:colId xmlns:a16="http://schemas.microsoft.com/office/drawing/2014/main" val="3577456912"/>
                    </a:ext>
                  </a:extLst>
                </a:gridCol>
                <a:gridCol w="833009">
                  <a:extLst>
                    <a:ext uri="{9D8B030D-6E8A-4147-A177-3AD203B41FA5}">
                      <a16:colId xmlns:a16="http://schemas.microsoft.com/office/drawing/2014/main" val="584284952"/>
                    </a:ext>
                  </a:extLst>
                </a:gridCol>
              </a:tblGrid>
              <a:tr h="2801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Variable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Test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Reference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336744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Nickname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act_3D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act_2D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ref_3D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ref_2D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808376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Dimensions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1199989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Altitude (m)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4,114.80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4,114.80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2248694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AoA (</a:t>
                      </a: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°</a:t>
                      </a: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1787658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Chord Length (m)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39148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Mach Number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0.197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0.197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0.258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0.258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8977505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C_d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0.00913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0.00875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0.00890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0.00843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0003242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C_l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0.19987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0.21663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0.20174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0.21993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6132891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Lift to Drag Ratio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21.89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24.77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22.67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26.09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077561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Iterations Needed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2029145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y+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4653209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Cell Count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679,485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24,254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679,485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24,254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9018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Time Taken (s)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2,072.00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71.46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497.98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73.69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133909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Time per iteration (s)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6.07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0605163"/>
                  </a:ext>
                </a:extLst>
              </a:tr>
              <a:tr h="2801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Reynolds Number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4.65E+06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4.65E+06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6.01E+06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6.01E+06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960495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0A164F3C-8FD0-5541-2B25-6DC8035F56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8797281"/>
              </p:ext>
            </p:extLst>
          </p:nvPr>
        </p:nvGraphicFramePr>
        <p:xfrm>
          <a:off x="7202078" y="1483297"/>
          <a:ext cx="4132868" cy="1945706"/>
        </p:xfrm>
        <a:graphic>
          <a:graphicData uri="http://schemas.openxmlformats.org/drawingml/2006/table">
            <a:tbl>
              <a:tblPr/>
              <a:tblGrid>
                <a:gridCol w="1821468">
                  <a:extLst>
                    <a:ext uri="{9D8B030D-6E8A-4147-A177-3AD203B41FA5}">
                      <a16:colId xmlns:a16="http://schemas.microsoft.com/office/drawing/2014/main" val="2126022754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838614327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580305262"/>
                    </a:ext>
                  </a:extLst>
                </a:gridCol>
              </a:tblGrid>
              <a:tr h="2690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Variable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NACA_2412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NACA_2412_2D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2207137"/>
                  </a:ext>
                </a:extLst>
              </a:tr>
              <a:tr h="2690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Maximum Skewness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3561853"/>
                  </a:ext>
                </a:extLst>
              </a:tr>
              <a:tr h="2690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Min Orthogonal Quality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0.138332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4623393"/>
                  </a:ext>
                </a:extLst>
              </a:tr>
              <a:tr h="2690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Face Count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64,170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167877"/>
                  </a:ext>
                </a:extLst>
              </a:tr>
              <a:tr h="3314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Cell Count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679,485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24,254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9459573"/>
                  </a:ext>
                </a:extLst>
              </a:tr>
              <a:tr h="2690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Time Taken (s)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362.62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300.24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1195781"/>
                  </a:ext>
                </a:extLst>
              </a:tr>
              <a:tr h="2690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Mesh File Size (bytes)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62,675,351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649,453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6637259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D260C1E-A5C1-AD77-7D81-66EB117F2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8057336"/>
              </p:ext>
            </p:extLst>
          </p:nvPr>
        </p:nvGraphicFramePr>
        <p:xfrm>
          <a:off x="7202078" y="3863719"/>
          <a:ext cx="4170576" cy="1945706"/>
        </p:xfrm>
        <a:graphic>
          <a:graphicData uri="http://schemas.openxmlformats.org/drawingml/2006/table">
            <a:tbl>
              <a:tblPr/>
              <a:tblGrid>
                <a:gridCol w="1145070">
                  <a:extLst>
                    <a:ext uri="{9D8B030D-6E8A-4147-A177-3AD203B41FA5}">
                      <a16:colId xmlns:a16="http://schemas.microsoft.com/office/drawing/2014/main" val="3320734843"/>
                    </a:ext>
                  </a:extLst>
                </a:gridCol>
                <a:gridCol w="861429">
                  <a:extLst>
                    <a:ext uri="{9D8B030D-6E8A-4147-A177-3AD203B41FA5}">
                      <a16:colId xmlns:a16="http://schemas.microsoft.com/office/drawing/2014/main" val="138754759"/>
                    </a:ext>
                  </a:extLst>
                </a:gridCol>
                <a:gridCol w="1050523">
                  <a:extLst>
                    <a:ext uri="{9D8B030D-6E8A-4147-A177-3AD203B41FA5}">
                      <a16:colId xmlns:a16="http://schemas.microsoft.com/office/drawing/2014/main" val="3699465039"/>
                    </a:ext>
                  </a:extLst>
                </a:gridCol>
                <a:gridCol w="1113554">
                  <a:extLst>
                    <a:ext uri="{9D8B030D-6E8A-4147-A177-3AD203B41FA5}">
                      <a16:colId xmlns:a16="http://schemas.microsoft.com/office/drawing/2014/main" val="131036706"/>
                    </a:ext>
                  </a:extLst>
                </a:gridCol>
              </a:tblGrid>
              <a:tr h="55591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NACA 2412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C_d</a:t>
                      </a:r>
                      <a:endParaRPr lang="en-IE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C_l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Lift to Drag Ratio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994331"/>
                  </a:ext>
                </a:extLst>
              </a:tr>
              <a:tr h="2779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Original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0.00913238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0.19987044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21.88590926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9925346"/>
                  </a:ext>
                </a:extLst>
              </a:tr>
              <a:tr h="2779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Short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0.01035371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0.48186869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46.54067866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5248416"/>
                  </a:ext>
                </a:extLst>
              </a:tr>
              <a:tr h="2779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Long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0.01489452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0.82690445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55.51736142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68982"/>
                  </a:ext>
                </a:extLst>
              </a:tr>
              <a:tr h="2779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Change Short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13.37%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141.09%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112.65%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4413349"/>
                  </a:ext>
                </a:extLst>
              </a:tr>
              <a:tr h="2779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Change Long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63.10%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313.72%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153.67%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4868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37255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6695D-343A-8D0C-37AE-6F3078C00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AF2E6-5DE7-F8DA-BB0E-612A506B9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054" y="336844"/>
            <a:ext cx="10515600" cy="1325563"/>
          </a:xfrm>
        </p:spPr>
        <p:txBody>
          <a:bodyPr/>
          <a:lstStyle/>
          <a:p>
            <a:r>
              <a:rPr lang="en-US" dirty="0"/>
              <a:t>BACXXX</a:t>
            </a:r>
            <a:endParaRPr lang="en-I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E9B0C8-E851-96C4-BA80-DE74BC473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57454" y="6328069"/>
            <a:ext cx="4114800" cy="365125"/>
          </a:xfrm>
        </p:spPr>
        <p:txBody>
          <a:bodyPr/>
          <a:lstStyle/>
          <a:p>
            <a:r>
              <a:rPr lang="en-US"/>
              <a:t>CFD-Based Aerodynamic Optimisation</a:t>
            </a:r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813064-4CC4-F1C4-AFDD-326FBFBA9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9454" y="6328069"/>
            <a:ext cx="2743200" cy="365125"/>
          </a:xfrm>
        </p:spPr>
        <p:txBody>
          <a:bodyPr/>
          <a:lstStyle/>
          <a:p>
            <a:fld id="{F498D6C6-49D9-487F-89BA-AE72FFC7711E}" type="slidenum">
              <a:rPr lang="en-IE" smtClean="0"/>
              <a:t>32</a:t>
            </a:fld>
            <a:endParaRPr lang="en-IE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108A16B8-6B9E-B552-5995-014D46830D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9821223"/>
              </p:ext>
            </p:extLst>
          </p:nvPr>
        </p:nvGraphicFramePr>
        <p:xfrm>
          <a:off x="819346" y="1483297"/>
          <a:ext cx="5647442" cy="4326128"/>
        </p:xfrm>
        <a:graphic>
          <a:graphicData uri="http://schemas.openxmlformats.org/drawingml/2006/table">
            <a:tbl>
              <a:tblPr/>
              <a:tblGrid>
                <a:gridCol w="2194485">
                  <a:extLst>
                    <a:ext uri="{9D8B030D-6E8A-4147-A177-3AD203B41FA5}">
                      <a16:colId xmlns:a16="http://schemas.microsoft.com/office/drawing/2014/main" val="3977068109"/>
                    </a:ext>
                  </a:extLst>
                </a:gridCol>
                <a:gridCol w="873316">
                  <a:extLst>
                    <a:ext uri="{9D8B030D-6E8A-4147-A177-3AD203B41FA5}">
                      <a16:colId xmlns:a16="http://schemas.microsoft.com/office/drawing/2014/main" val="868679177"/>
                    </a:ext>
                  </a:extLst>
                </a:gridCol>
                <a:gridCol w="873316">
                  <a:extLst>
                    <a:ext uri="{9D8B030D-6E8A-4147-A177-3AD203B41FA5}">
                      <a16:colId xmlns:a16="http://schemas.microsoft.com/office/drawing/2014/main" val="2786259272"/>
                    </a:ext>
                  </a:extLst>
                </a:gridCol>
                <a:gridCol w="873316">
                  <a:extLst>
                    <a:ext uri="{9D8B030D-6E8A-4147-A177-3AD203B41FA5}">
                      <a16:colId xmlns:a16="http://schemas.microsoft.com/office/drawing/2014/main" val="3577456912"/>
                    </a:ext>
                  </a:extLst>
                </a:gridCol>
                <a:gridCol w="833009">
                  <a:extLst>
                    <a:ext uri="{9D8B030D-6E8A-4147-A177-3AD203B41FA5}">
                      <a16:colId xmlns:a16="http://schemas.microsoft.com/office/drawing/2014/main" val="584284952"/>
                    </a:ext>
                  </a:extLst>
                </a:gridCol>
              </a:tblGrid>
              <a:tr h="2801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Variable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Test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Reference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336744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Nickname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act_3D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act_2D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ref_3D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ref_2D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808376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Dimensions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1199989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Altitude (m)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10,576.56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10,576.56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9,000.00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9,000.00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2248694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AoA (</a:t>
                      </a: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°</a:t>
                      </a: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1787658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Chord Length (m)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8.33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8.33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14.34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14.34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39148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Mach Number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0.850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0.850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0.850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0.850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8977505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C_d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0.05844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0.08122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0.05838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0.07862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0003242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C_l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0.36741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0.61110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0.36604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0.60108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6132891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Lift to Drag Ratio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6.29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7.52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6.27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7.65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077561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Iterations Needed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2029145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y+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4653209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Cell Count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1,361,805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20,970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1,361,805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20,970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9018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Time Taken (s)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5,904.74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210.83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11,826.47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481.45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133909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Time per iteration (s)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7.87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15.77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0605163"/>
                  </a:ext>
                </a:extLst>
              </a:tr>
              <a:tr h="2801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Reynolds Number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5.62E+07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5.62E+07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1.16E+08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1.16E+08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960495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0DEFF0B7-AB71-CB85-36AE-410B00523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9553440"/>
              </p:ext>
            </p:extLst>
          </p:nvPr>
        </p:nvGraphicFramePr>
        <p:xfrm>
          <a:off x="7202078" y="1483297"/>
          <a:ext cx="4132868" cy="1945706"/>
        </p:xfrm>
        <a:graphic>
          <a:graphicData uri="http://schemas.openxmlformats.org/drawingml/2006/table">
            <a:tbl>
              <a:tblPr/>
              <a:tblGrid>
                <a:gridCol w="1821468">
                  <a:extLst>
                    <a:ext uri="{9D8B030D-6E8A-4147-A177-3AD203B41FA5}">
                      <a16:colId xmlns:a16="http://schemas.microsoft.com/office/drawing/2014/main" val="2126022754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838614327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580305262"/>
                    </a:ext>
                  </a:extLst>
                </a:gridCol>
              </a:tblGrid>
              <a:tr h="2690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Variable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BACXXX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BACXXX_2D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2207137"/>
                  </a:ext>
                </a:extLst>
              </a:tr>
              <a:tr h="2690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Maximum Skewness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3561853"/>
                  </a:ext>
                </a:extLst>
              </a:tr>
              <a:tr h="2690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Min Orthogonal Quality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0.213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0.234809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4623393"/>
                  </a:ext>
                </a:extLst>
              </a:tr>
              <a:tr h="2690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Face Count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113,260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167877"/>
                  </a:ext>
                </a:extLst>
              </a:tr>
              <a:tr h="3314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Cell Count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1,361,805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20,970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9459573"/>
                  </a:ext>
                </a:extLst>
              </a:tr>
              <a:tr h="2690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Time Taken (s)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2333.83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148.63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1195781"/>
                  </a:ext>
                </a:extLst>
              </a:tr>
              <a:tr h="2690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Mesh File Size (bytes)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125,781,263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545,173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6637259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D4CC550-9EBF-D153-0BAC-DC9EC205D2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8366995"/>
              </p:ext>
            </p:extLst>
          </p:nvPr>
        </p:nvGraphicFramePr>
        <p:xfrm>
          <a:off x="7202078" y="3863719"/>
          <a:ext cx="4170576" cy="1945706"/>
        </p:xfrm>
        <a:graphic>
          <a:graphicData uri="http://schemas.openxmlformats.org/drawingml/2006/table">
            <a:tbl>
              <a:tblPr/>
              <a:tblGrid>
                <a:gridCol w="1058002">
                  <a:extLst>
                    <a:ext uri="{9D8B030D-6E8A-4147-A177-3AD203B41FA5}">
                      <a16:colId xmlns:a16="http://schemas.microsoft.com/office/drawing/2014/main" val="3320734843"/>
                    </a:ext>
                  </a:extLst>
                </a:gridCol>
                <a:gridCol w="985520">
                  <a:extLst>
                    <a:ext uri="{9D8B030D-6E8A-4147-A177-3AD203B41FA5}">
                      <a16:colId xmlns:a16="http://schemas.microsoft.com/office/drawing/2014/main" val="138754759"/>
                    </a:ext>
                  </a:extLst>
                </a:gridCol>
                <a:gridCol w="1013500">
                  <a:extLst>
                    <a:ext uri="{9D8B030D-6E8A-4147-A177-3AD203B41FA5}">
                      <a16:colId xmlns:a16="http://schemas.microsoft.com/office/drawing/2014/main" val="3699465039"/>
                    </a:ext>
                  </a:extLst>
                </a:gridCol>
                <a:gridCol w="1113554">
                  <a:extLst>
                    <a:ext uri="{9D8B030D-6E8A-4147-A177-3AD203B41FA5}">
                      <a16:colId xmlns:a16="http://schemas.microsoft.com/office/drawing/2014/main" val="131036706"/>
                    </a:ext>
                  </a:extLst>
                </a:gridCol>
              </a:tblGrid>
              <a:tr h="55591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  <a:r>
                        <a:rPr lang="en-IE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ACXXX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C_d</a:t>
                      </a:r>
                      <a:endParaRPr lang="en-IE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C_l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Lift to Drag Ratio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994331"/>
                  </a:ext>
                </a:extLst>
              </a:tr>
              <a:tr h="2779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Original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0.058444341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0.367406172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6.286428467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9925346"/>
                  </a:ext>
                </a:extLst>
              </a:tr>
              <a:tr h="2779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Short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0.03250261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0.60611258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18.64812026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5248416"/>
                  </a:ext>
                </a:extLst>
              </a:tr>
              <a:tr h="2779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Long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0.00670604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0.3196861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47.6713679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68982"/>
                  </a:ext>
                </a:extLst>
              </a:tr>
              <a:tr h="2779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Change Short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-44.39%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64.97%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196.64%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4413349"/>
                  </a:ext>
                </a:extLst>
              </a:tr>
              <a:tr h="2779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Change Long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-88.53%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-12.99%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658.32%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4868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94072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DACE5-796F-034F-F6DF-50AEB498B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1CABC-C496-505E-7017-27A5E8FA8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054" y="336844"/>
            <a:ext cx="10515600" cy="1325563"/>
          </a:xfrm>
        </p:spPr>
        <p:txBody>
          <a:bodyPr/>
          <a:lstStyle/>
          <a:p>
            <a:r>
              <a:rPr lang="en-IE" dirty="0"/>
              <a:t>NASA SC(2)-0714 Transonic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4112AD-9C00-3A27-0490-D1ACA17F9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57454" y="6328069"/>
            <a:ext cx="4114800" cy="365125"/>
          </a:xfrm>
        </p:spPr>
        <p:txBody>
          <a:bodyPr/>
          <a:lstStyle/>
          <a:p>
            <a:r>
              <a:rPr lang="en-US"/>
              <a:t>CFD-Based Aerodynamic Optimisation</a:t>
            </a:r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78A4BF-EE7B-7575-B042-83910A14F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9454" y="6328069"/>
            <a:ext cx="2743200" cy="365125"/>
          </a:xfrm>
        </p:spPr>
        <p:txBody>
          <a:bodyPr/>
          <a:lstStyle/>
          <a:p>
            <a:fld id="{F498D6C6-49D9-487F-89BA-AE72FFC7711E}" type="slidenum">
              <a:rPr lang="en-IE" smtClean="0"/>
              <a:t>33</a:t>
            </a:fld>
            <a:endParaRPr lang="en-IE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115A2B7B-3367-4473-9CCC-8BA8704687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9317921"/>
              </p:ext>
            </p:extLst>
          </p:nvPr>
        </p:nvGraphicFramePr>
        <p:xfrm>
          <a:off x="819346" y="1483297"/>
          <a:ext cx="5647442" cy="4326128"/>
        </p:xfrm>
        <a:graphic>
          <a:graphicData uri="http://schemas.openxmlformats.org/drawingml/2006/table">
            <a:tbl>
              <a:tblPr/>
              <a:tblGrid>
                <a:gridCol w="2194485">
                  <a:extLst>
                    <a:ext uri="{9D8B030D-6E8A-4147-A177-3AD203B41FA5}">
                      <a16:colId xmlns:a16="http://schemas.microsoft.com/office/drawing/2014/main" val="3977068109"/>
                    </a:ext>
                  </a:extLst>
                </a:gridCol>
                <a:gridCol w="873316">
                  <a:extLst>
                    <a:ext uri="{9D8B030D-6E8A-4147-A177-3AD203B41FA5}">
                      <a16:colId xmlns:a16="http://schemas.microsoft.com/office/drawing/2014/main" val="868679177"/>
                    </a:ext>
                  </a:extLst>
                </a:gridCol>
                <a:gridCol w="873316">
                  <a:extLst>
                    <a:ext uri="{9D8B030D-6E8A-4147-A177-3AD203B41FA5}">
                      <a16:colId xmlns:a16="http://schemas.microsoft.com/office/drawing/2014/main" val="2786259272"/>
                    </a:ext>
                  </a:extLst>
                </a:gridCol>
                <a:gridCol w="873316">
                  <a:extLst>
                    <a:ext uri="{9D8B030D-6E8A-4147-A177-3AD203B41FA5}">
                      <a16:colId xmlns:a16="http://schemas.microsoft.com/office/drawing/2014/main" val="3577456912"/>
                    </a:ext>
                  </a:extLst>
                </a:gridCol>
                <a:gridCol w="833009">
                  <a:extLst>
                    <a:ext uri="{9D8B030D-6E8A-4147-A177-3AD203B41FA5}">
                      <a16:colId xmlns:a16="http://schemas.microsoft.com/office/drawing/2014/main" val="584284952"/>
                    </a:ext>
                  </a:extLst>
                </a:gridCol>
              </a:tblGrid>
              <a:tr h="2801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Variable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Test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Reference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336744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Nickname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act_3D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act_2D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ref_3D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ref_2D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808376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Dimensions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1199989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Altitude (m)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11,581.83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11,581.83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2248694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AoA (</a:t>
                      </a: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°</a:t>
                      </a: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1787658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Chord Length (m)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39148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Mach Number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0.850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0.850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8977505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C_d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0.07842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0.07471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0.02001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0.01813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0003242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C_l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0.19462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0.08484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0.23339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0.20521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6132891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Lift to Drag Ratio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11.66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11.32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077561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Iterations Needed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2,665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2,000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2029145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y+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4653209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Cell Count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456,363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24,262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456,363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24,262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9018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Time Taken (s)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3,624.66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178.40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1,892.46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517.07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133909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Time per iteration (s)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6.01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0605163"/>
                  </a:ext>
                </a:extLst>
              </a:tr>
              <a:tr h="2801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Reynolds Number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2.10E+07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2.10E+07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1.86E+07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1.86E+07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960495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EDBD84A-1F1B-9546-3D48-4535FFAE2E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181172"/>
              </p:ext>
            </p:extLst>
          </p:nvPr>
        </p:nvGraphicFramePr>
        <p:xfrm>
          <a:off x="7202078" y="1483297"/>
          <a:ext cx="4132868" cy="2103385"/>
        </p:xfrm>
        <a:graphic>
          <a:graphicData uri="http://schemas.openxmlformats.org/drawingml/2006/table">
            <a:tbl>
              <a:tblPr/>
              <a:tblGrid>
                <a:gridCol w="1821468">
                  <a:extLst>
                    <a:ext uri="{9D8B030D-6E8A-4147-A177-3AD203B41FA5}">
                      <a16:colId xmlns:a16="http://schemas.microsoft.com/office/drawing/2014/main" val="2126022754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838614327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580305262"/>
                    </a:ext>
                  </a:extLst>
                </a:gridCol>
              </a:tblGrid>
              <a:tr h="2690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Variable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NASA SC(2)-0714</a:t>
                      </a:r>
                      <a:endParaRPr lang="en-IE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NASA SC(2)-0714_2D</a:t>
                      </a:r>
                      <a:endParaRPr lang="en-IE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2207137"/>
                  </a:ext>
                </a:extLst>
              </a:tr>
              <a:tr h="2690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Maximum Skewness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3561853"/>
                  </a:ext>
                </a:extLst>
              </a:tr>
              <a:tr h="2690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Min Orthogonal Quality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0.111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0.600745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4623393"/>
                  </a:ext>
                </a:extLst>
              </a:tr>
              <a:tr h="2690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Face Count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52,488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167877"/>
                  </a:ext>
                </a:extLst>
              </a:tr>
              <a:tr h="3314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Cell Count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456,363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24,262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9459573"/>
                  </a:ext>
                </a:extLst>
              </a:tr>
              <a:tr h="2690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Time Taken (s)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218.16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1170.9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1195781"/>
                  </a:ext>
                </a:extLst>
              </a:tr>
              <a:tr h="2690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Mesh File Size (bytes)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42,668,564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649,988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6637259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97522750-707E-FA98-59EF-9D9D349713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7886900"/>
              </p:ext>
            </p:extLst>
          </p:nvPr>
        </p:nvGraphicFramePr>
        <p:xfrm>
          <a:off x="7202078" y="3863719"/>
          <a:ext cx="4170576" cy="1945706"/>
        </p:xfrm>
        <a:graphic>
          <a:graphicData uri="http://schemas.openxmlformats.org/drawingml/2006/table">
            <a:tbl>
              <a:tblPr/>
              <a:tblGrid>
                <a:gridCol w="1145070">
                  <a:extLst>
                    <a:ext uri="{9D8B030D-6E8A-4147-A177-3AD203B41FA5}">
                      <a16:colId xmlns:a16="http://schemas.microsoft.com/office/drawing/2014/main" val="3320734843"/>
                    </a:ext>
                  </a:extLst>
                </a:gridCol>
                <a:gridCol w="861429">
                  <a:extLst>
                    <a:ext uri="{9D8B030D-6E8A-4147-A177-3AD203B41FA5}">
                      <a16:colId xmlns:a16="http://schemas.microsoft.com/office/drawing/2014/main" val="138754759"/>
                    </a:ext>
                  </a:extLst>
                </a:gridCol>
                <a:gridCol w="1050523">
                  <a:extLst>
                    <a:ext uri="{9D8B030D-6E8A-4147-A177-3AD203B41FA5}">
                      <a16:colId xmlns:a16="http://schemas.microsoft.com/office/drawing/2014/main" val="3699465039"/>
                    </a:ext>
                  </a:extLst>
                </a:gridCol>
                <a:gridCol w="1113554">
                  <a:extLst>
                    <a:ext uri="{9D8B030D-6E8A-4147-A177-3AD203B41FA5}">
                      <a16:colId xmlns:a16="http://schemas.microsoft.com/office/drawing/2014/main" val="131036706"/>
                    </a:ext>
                  </a:extLst>
                </a:gridCol>
              </a:tblGrid>
              <a:tr h="55591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NACA 2412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C_d</a:t>
                      </a:r>
                      <a:endParaRPr lang="en-IE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C_l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Lift to Drag Ratio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994331"/>
                  </a:ext>
                </a:extLst>
              </a:tr>
              <a:tr h="2779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Original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0.07842316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0.19462367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2.481711653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9925346"/>
                  </a:ext>
                </a:extLst>
              </a:tr>
              <a:tr h="2779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Short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0.03486004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0.68061969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19.52435195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5248416"/>
                  </a:ext>
                </a:extLst>
              </a:tr>
              <a:tr h="2779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Long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0.03481286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0.68170404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19.58196023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68982"/>
                  </a:ext>
                </a:extLst>
              </a:tr>
              <a:tr h="2779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Change Short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-55.55%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249.71%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686.73%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4413349"/>
                  </a:ext>
                </a:extLst>
              </a:tr>
              <a:tr h="2779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Change Long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-55.61%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250.27%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689.05%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4868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01155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A5DC5-A7AE-B2FB-BCD9-ACD095F7E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F1E3E-081B-EFAB-BAE0-CCF48C0E4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054" y="336844"/>
            <a:ext cx="10515600" cy="1325563"/>
          </a:xfrm>
        </p:spPr>
        <p:txBody>
          <a:bodyPr/>
          <a:lstStyle/>
          <a:p>
            <a:r>
              <a:rPr lang="en-IE" dirty="0"/>
              <a:t>NASA SC(2)-0714 Supersonic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D60A9A-44EA-BFEF-8722-2923DD7EB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57454" y="6328069"/>
            <a:ext cx="4114800" cy="365125"/>
          </a:xfrm>
        </p:spPr>
        <p:txBody>
          <a:bodyPr/>
          <a:lstStyle/>
          <a:p>
            <a:r>
              <a:rPr lang="en-US"/>
              <a:t>CFD-Based Aerodynamic Optimisation</a:t>
            </a:r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C8E07D-8A76-BD23-8F4A-EE0CC803E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9454" y="6328069"/>
            <a:ext cx="2743200" cy="365125"/>
          </a:xfrm>
        </p:spPr>
        <p:txBody>
          <a:bodyPr/>
          <a:lstStyle/>
          <a:p>
            <a:fld id="{F498D6C6-49D9-487F-89BA-AE72FFC7711E}" type="slidenum">
              <a:rPr lang="en-IE" smtClean="0"/>
              <a:t>34</a:t>
            </a:fld>
            <a:endParaRPr lang="en-IE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78B4F1DA-F02C-467B-8596-47F12D5EB0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848909"/>
              </p:ext>
            </p:extLst>
          </p:nvPr>
        </p:nvGraphicFramePr>
        <p:xfrm>
          <a:off x="819346" y="1483297"/>
          <a:ext cx="5647442" cy="4326128"/>
        </p:xfrm>
        <a:graphic>
          <a:graphicData uri="http://schemas.openxmlformats.org/drawingml/2006/table">
            <a:tbl>
              <a:tblPr/>
              <a:tblGrid>
                <a:gridCol w="2194485">
                  <a:extLst>
                    <a:ext uri="{9D8B030D-6E8A-4147-A177-3AD203B41FA5}">
                      <a16:colId xmlns:a16="http://schemas.microsoft.com/office/drawing/2014/main" val="3977068109"/>
                    </a:ext>
                  </a:extLst>
                </a:gridCol>
                <a:gridCol w="873316">
                  <a:extLst>
                    <a:ext uri="{9D8B030D-6E8A-4147-A177-3AD203B41FA5}">
                      <a16:colId xmlns:a16="http://schemas.microsoft.com/office/drawing/2014/main" val="868679177"/>
                    </a:ext>
                  </a:extLst>
                </a:gridCol>
                <a:gridCol w="873316">
                  <a:extLst>
                    <a:ext uri="{9D8B030D-6E8A-4147-A177-3AD203B41FA5}">
                      <a16:colId xmlns:a16="http://schemas.microsoft.com/office/drawing/2014/main" val="2786259272"/>
                    </a:ext>
                  </a:extLst>
                </a:gridCol>
                <a:gridCol w="873316">
                  <a:extLst>
                    <a:ext uri="{9D8B030D-6E8A-4147-A177-3AD203B41FA5}">
                      <a16:colId xmlns:a16="http://schemas.microsoft.com/office/drawing/2014/main" val="3577456912"/>
                    </a:ext>
                  </a:extLst>
                </a:gridCol>
                <a:gridCol w="833009">
                  <a:extLst>
                    <a:ext uri="{9D8B030D-6E8A-4147-A177-3AD203B41FA5}">
                      <a16:colId xmlns:a16="http://schemas.microsoft.com/office/drawing/2014/main" val="584284952"/>
                    </a:ext>
                  </a:extLst>
                </a:gridCol>
              </a:tblGrid>
              <a:tr h="2801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Variable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Test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Reference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336744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Nickname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act_3D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act_2D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ref_3D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ref_2D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808376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Dimensions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1199989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Altitude (m)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13,715.33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13,715.33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2248694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AoA (</a:t>
                      </a: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°</a:t>
                      </a: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1787658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Chord Length (m)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39148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Mach Number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8977505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C_d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0.12941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0.12695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0.08475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0.08345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0003242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C_l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0.02985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0.02744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0.03699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0.03466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6132891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Lift to Drag Ratio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077561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Iterations Needed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2,000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2029145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y+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2.75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2.75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4653209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Cell Count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456,363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24,262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456,363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24,262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9018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Time Taken (s)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940.81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517.07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2,268.71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389.48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133909"/>
                  </a:ext>
                </a:extLst>
              </a:tr>
              <a:tr h="2689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Time per iteration (s)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7.46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0605163"/>
                  </a:ext>
                </a:extLst>
              </a:tr>
              <a:tr h="2801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Reynolds Number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3.42E+07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3.42E+07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2.80E+07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2.80E+07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960495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CEB9979-703E-8009-C3F3-25D20BFAB33C}"/>
              </a:ext>
            </a:extLst>
          </p:cNvPr>
          <p:cNvGraphicFramePr>
            <a:graphicFrameLocks noGrp="1"/>
          </p:cNvGraphicFramePr>
          <p:nvPr/>
        </p:nvGraphicFramePr>
        <p:xfrm>
          <a:off x="7202078" y="1483297"/>
          <a:ext cx="4132868" cy="2103385"/>
        </p:xfrm>
        <a:graphic>
          <a:graphicData uri="http://schemas.openxmlformats.org/drawingml/2006/table">
            <a:tbl>
              <a:tblPr/>
              <a:tblGrid>
                <a:gridCol w="1821468">
                  <a:extLst>
                    <a:ext uri="{9D8B030D-6E8A-4147-A177-3AD203B41FA5}">
                      <a16:colId xmlns:a16="http://schemas.microsoft.com/office/drawing/2014/main" val="2126022754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838614327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580305262"/>
                    </a:ext>
                  </a:extLst>
                </a:gridCol>
              </a:tblGrid>
              <a:tr h="2690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Variable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NASA SC(2)-0714</a:t>
                      </a:r>
                      <a:endParaRPr lang="en-IE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NASA SC(2)-0714_2D</a:t>
                      </a:r>
                      <a:endParaRPr lang="en-IE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2207137"/>
                  </a:ext>
                </a:extLst>
              </a:tr>
              <a:tr h="2690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Maximum Skewness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3561853"/>
                  </a:ext>
                </a:extLst>
              </a:tr>
              <a:tr h="2690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Min Orthogonal Quality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0.111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0.600745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4623393"/>
                  </a:ext>
                </a:extLst>
              </a:tr>
              <a:tr h="2690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Face Count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52,488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E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167877"/>
                  </a:ext>
                </a:extLst>
              </a:tr>
              <a:tr h="3314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Cell Count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456,363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24,262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9459573"/>
                  </a:ext>
                </a:extLst>
              </a:tr>
              <a:tr h="2690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Time Taken (s)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218.16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1170.9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1195781"/>
                  </a:ext>
                </a:extLst>
              </a:tr>
              <a:tr h="2690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Mesh File Size (bytes)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42,668,564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649,988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6637259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97D5CA4-6DCA-B2D2-7A1D-D1392D7EAA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329037"/>
              </p:ext>
            </p:extLst>
          </p:nvPr>
        </p:nvGraphicFramePr>
        <p:xfrm>
          <a:off x="7202078" y="3863719"/>
          <a:ext cx="4170576" cy="1945706"/>
        </p:xfrm>
        <a:graphic>
          <a:graphicData uri="http://schemas.openxmlformats.org/drawingml/2006/table">
            <a:tbl>
              <a:tblPr/>
              <a:tblGrid>
                <a:gridCol w="1145070">
                  <a:extLst>
                    <a:ext uri="{9D8B030D-6E8A-4147-A177-3AD203B41FA5}">
                      <a16:colId xmlns:a16="http://schemas.microsoft.com/office/drawing/2014/main" val="3320734843"/>
                    </a:ext>
                  </a:extLst>
                </a:gridCol>
                <a:gridCol w="861429">
                  <a:extLst>
                    <a:ext uri="{9D8B030D-6E8A-4147-A177-3AD203B41FA5}">
                      <a16:colId xmlns:a16="http://schemas.microsoft.com/office/drawing/2014/main" val="138754759"/>
                    </a:ext>
                  </a:extLst>
                </a:gridCol>
                <a:gridCol w="1050523">
                  <a:extLst>
                    <a:ext uri="{9D8B030D-6E8A-4147-A177-3AD203B41FA5}">
                      <a16:colId xmlns:a16="http://schemas.microsoft.com/office/drawing/2014/main" val="3699465039"/>
                    </a:ext>
                  </a:extLst>
                </a:gridCol>
                <a:gridCol w="1113554">
                  <a:extLst>
                    <a:ext uri="{9D8B030D-6E8A-4147-A177-3AD203B41FA5}">
                      <a16:colId xmlns:a16="http://schemas.microsoft.com/office/drawing/2014/main" val="131036706"/>
                    </a:ext>
                  </a:extLst>
                </a:gridCol>
              </a:tblGrid>
              <a:tr h="55591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NACA 2412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C_d</a:t>
                      </a:r>
                      <a:endParaRPr lang="en-IE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C_l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Lift to Drag Ratio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994331"/>
                  </a:ext>
                </a:extLst>
              </a:tr>
              <a:tr h="2779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Original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0.12940847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0.02984689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0.230640931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9925346"/>
                  </a:ext>
                </a:extLst>
              </a:tr>
              <a:tr h="2779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Short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0.176917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0.14721263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0.832099968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5248416"/>
                  </a:ext>
                </a:extLst>
              </a:tr>
              <a:tr h="2779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Long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0.10656289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0.15569199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1.461033855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68982"/>
                  </a:ext>
                </a:extLst>
              </a:tr>
              <a:tr h="2779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Change Short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36.71%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393.23%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260.78%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4413349"/>
                  </a:ext>
                </a:extLst>
              </a:tr>
              <a:tr h="2779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Change Long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-17.65%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421.64%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533.47%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4868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76845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91EE7-E7F3-5C1B-E424-AB7E947DC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Downforce Trial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F5AC45C-7768-A177-3ED0-5525460C96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6871843"/>
              </p:ext>
            </p:extLst>
          </p:nvPr>
        </p:nvGraphicFramePr>
        <p:xfrm>
          <a:off x="838200" y="1690688"/>
          <a:ext cx="3849370" cy="4665660"/>
        </p:xfrm>
        <a:graphic>
          <a:graphicData uri="http://schemas.openxmlformats.org/drawingml/2006/table">
            <a:tbl>
              <a:tblPr/>
              <a:tblGrid>
                <a:gridCol w="2566247">
                  <a:extLst>
                    <a:ext uri="{9D8B030D-6E8A-4147-A177-3AD203B41FA5}">
                      <a16:colId xmlns:a16="http://schemas.microsoft.com/office/drawing/2014/main" val="2436344199"/>
                    </a:ext>
                  </a:extLst>
                </a:gridCol>
                <a:gridCol w="1283123">
                  <a:extLst>
                    <a:ext uri="{9D8B030D-6E8A-4147-A177-3AD203B41FA5}">
                      <a16:colId xmlns:a16="http://schemas.microsoft.com/office/drawing/2014/main" val="3949037725"/>
                    </a:ext>
                  </a:extLst>
                </a:gridCol>
              </a:tblGrid>
              <a:tr h="4819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Variable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Test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855101"/>
                  </a:ext>
                </a:extLst>
              </a:tr>
              <a:tr h="46271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Dimensions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543946"/>
                  </a:ext>
                </a:extLst>
              </a:tr>
              <a:tr h="46271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Altitude (m)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2,675.17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2084001"/>
                  </a:ext>
                </a:extLst>
              </a:tr>
              <a:tr h="46271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AoA (</a:t>
                      </a:r>
                      <a:r>
                        <a:rPr lang="en-IE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°</a:t>
                      </a:r>
                      <a:r>
                        <a:rPr lang="en-I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6171665"/>
                  </a:ext>
                </a:extLst>
              </a:tr>
              <a:tr h="46271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Chord Length (m)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2298832"/>
                  </a:ext>
                </a:extLst>
              </a:tr>
              <a:tr h="46271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Mach Number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0.716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0025707"/>
                  </a:ext>
                </a:extLst>
              </a:tr>
              <a:tr h="46271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C_d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0.01064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422482"/>
                  </a:ext>
                </a:extLst>
              </a:tr>
              <a:tr h="46271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C_l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-0.45670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772177"/>
                  </a:ext>
                </a:extLst>
              </a:tr>
              <a:tr h="46271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Lift to Drag Ratio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-42.93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462293"/>
                  </a:ext>
                </a:extLst>
              </a:tr>
              <a:tr h="4819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Reynolds Number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1.30E+07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0774322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E71D24-E01F-B6DE-84BA-AABCB9353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CFD-Based Aerodynamic Optimisation</a:t>
            </a:r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B87765-3D64-0E7D-FC06-FC52EDB0A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8D6C6-49D9-487F-89BA-AE72FFC7711E}" type="slidenum">
              <a:rPr lang="en-IE" smtClean="0"/>
              <a:t>35</a:t>
            </a:fld>
            <a:endParaRPr lang="en-I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7A8C3D-2AD7-CACA-5D6B-FB26E36858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3810" y="1690688"/>
            <a:ext cx="666750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2263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185EF-5B0B-C283-275A-0976252BA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Fuel Saving Calculations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3999F7-554F-679D-6D08-82FFABA7B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CFD-Based Aerodynamic Optimisation</a:t>
            </a:r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CCF94D-57C0-861F-BD15-7244E9C0B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8D6C6-49D9-487F-89BA-AE72FFC7711E}" type="slidenum">
              <a:rPr lang="en-IE" smtClean="0"/>
              <a:t>36</a:t>
            </a:fld>
            <a:endParaRPr lang="en-IE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1240935-2AE1-5926-533C-98D1DDA539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8907671"/>
              </p:ext>
            </p:extLst>
          </p:nvPr>
        </p:nvGraphicFramePr>
        <p:xfrm>
          <a:off x="838200" y="1479550"/>
          <a:ext cx="4739641" cy="4876800"/>
        </p:xfrm>
        <a:graphic>
          <a:graphicData uri="http://schemas.openxmlformats.org/drawingml/2006/table">
            <a:tbl>
              <a:tblPr/>
              <a:tblGrid>
                <a:gridCol w="2108827">
                  <a:extLst>
                    <a:ext uri="{9D8B030D-6E8A-4147-A177-3AD203B41FA5}">
                      <a16:colId xmlns:a16="http://schemas.microsoft.com/office/drawing/2014/main" val="1279180555"/>
                    </a:ext>
                  </a:extLst>
                </a:gridCol>
                <a:gridCol w="1628599">
                  <a:extLst>
                    <a:ext uri="{9D8B030D-6E8A-4147-A177-3AD203B41FA5}">
                      <a16:colId xmlns:a16="http://schemas.microsoft.com/office/drawing/2014/main" val="89583485"/>
                    </a:ext>
                  </a:extLst>
                </a:gridCol>
                <a:gridCol w="1002215">
                  <a:extLst>
                    <a:ext uri="{9D8B030D-6E8A-4147-A177-3AD203B41FA5}">
                      <a16:colId xmlns:a16="http://schemas.microsoft.com/office/drawing/2014/main" val="1488673898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Variable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Value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Unit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158118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(L/D)_1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21.89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191773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(L/D)_2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46.54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435551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Amount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47273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Flight Hours Per Flight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090482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Flight Seconds Per Flight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14,400.00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37446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Number of Flights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26758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918,720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72827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TSFC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0.00005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s^-1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38737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63.8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m/s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708586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Weight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7,396.74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080685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l-PL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ln(W_1/W_2)_1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0.032891731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683064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l-PL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ln(W_1/W_2)_2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0.015470563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19466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l-PL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(W_1/W_2)_1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1.033438644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421922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l-PL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(W_1/W_2)_2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1.015590852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097375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m_fuel_1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25.21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kg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601525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m_fuel_2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11.76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kg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29344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Savings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13.46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kg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291487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Fuel Savings: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6,728.62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Tonnes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456457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Carbon Savings: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21,195.15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Tonnes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53113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DE141CB-E17B-08A1-0196-EA8474B7AA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7891811"/>
              </p:ext>
            </p:extLst>
          </p:nvPr>
        </p:nvGraphicFramePr>
        <p:xfrm>
          <a:off x="6334760" y="1479550"/>
          <a:ext cx="4739641" cy="4876800"/>
        </p:xfrm>
        <a:graphic>
          <a:graphicData uri="http://schemas.openxmlformats.org/drawingml/2006/table">
            <a:tbl>
              <a:tblPr/>
              <a:tblGrid>
                <a:gridCol w="2108827">
                  <a:extLst>
                    <a:ext uri="{9D8B030D-6E8A-4147-A177-3AD203B41FA5}">
                      <a16:colId xmlns:a16="http://schemas.microsoft.com/office/drawing/2014/main" val="1279180555"/>
                    </a:ext>
                  </a:extLst>
                </a:gridCol>
                <a:gridCol w="1628599">
                  <a:extLst>
                    <a:ext uri="{9D8B030D-6E8A-4147-A177-3AD203B41FA5}">
                      <a16:colId xmlns:a16="http://schemas.microsoft.com/office/drawing/2014/main" val="89583485"/>
                    </a:ext>
                  </a:extLst>
                </a:gridCol>
                <a:gridCol w="1002215">
                  <a:extLst>
                    <a:ext uri="{9D8B030D-6E8A-4147-A177-3AD203B41FA5}">
                      <a16:colId xmlns:a16="http://schemas.microsoft.com/office/drawing/2014/main" val="1488673898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Variable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Value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E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Unit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158118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(L/D)_1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6.286428467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191773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(L/D)_2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18.64812026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435551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Amount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47273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Flight Hours Per Flight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090482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Flight Seconds Per Flight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36,000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37446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Number of Flights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26758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9,074,722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72827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TSFC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0.000016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s^-1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38737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252.0756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m/s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708586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Weight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1,790,128.80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080685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l-PL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ln(W_1/W_2)_1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0.091625953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683064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l-PL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ln(W_1/W_2)_2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0.030887832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19466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l-PL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(W_1/W_2)_1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1.095954807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421922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l-PL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(W_1/W_2)_2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1.03136981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097375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m_fuel_1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17,509.83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kg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601525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m_fuel_2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5,724.36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kg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29344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Savings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11,785.47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kg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291487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Fuel Savings: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601,058.98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Tonnes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456457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Carbon Savings: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1,893,335.78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Tonnes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5311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8475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779</TotalTime>
  <Words>3674</Words>
  <Application>Microsoft Office PowerPoint</Application>
  <PresentationFormat>Widescreen</PresentationFormat>
  <Paragraphs>1154</Paragraphs>
  <Slides>36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8" baseType="lpstr">
      <vt:lpstr>Aptos</vt:lpstr>
      <vt:lpstr>Aptos Display</vt:lpstr>
      <vt:lpstr>Aptos Narrow</vt:lpstr>
      <vt:lpstr>Arial</vt:lpstr>
      <vt:lpstr>Calibri</vt:lpstr>
      <vt:lpstr>Cambria Math</vt:lpstr>
      <vt:lpstr>Consolas</vt:lpstr>
      <vt:lpstr>Courier New</vt:lpstr>
      <vt:lpstr>Georgia</vt:lpstr>
      <vt:lpstr>Times New Roman</vt:lpstr>
      <vt:lpstr>Wingdings</vt:lpstr>
      <vt:lpstr>Office Theme</vt:lpstr>
      <vt:lpstr>PowerPoint Presentation</vt:lpstr>
      <vt:lpstr>Introduction: Small L/D Gains Have Big Impact</vt:lpstr>
      <vt:lpstr>Objectives</vt:lpstr>
      <vt:lpstr>Workflow</vt:lpstr>
      <vt:lpstr>Selected Cases</vt:lpstr>
      <vt:lpstr>Verification</vt:lpstr>
      <vt:lpstr>Results</vt:lpstr>
      <vt:lpstr>Before and After – NACA 2412 short</vt:lpstr>
      <vt:lpstr>Before and After – NACA 2412 long</vt:lpstr>
      <vt:lpstr>Before and After – BACXXX short</vt:lpstr>
      <vt:lpstr>Before and After – BACXXX short</vt:lpstr>
      <vt:lpstr>Before and After – BACXXX long</vt:lpstr>
      <vt:lpstr>Downforce Trial</vt:lpstr>
      <vt:lpstr>Projected fuel and CO₂ Savings</vt:lpstr>
      <vt:lpstr>Ideal Solver Settings</vt:lpstr>
      <vt:lpstr>What Was Delivered and Future Work</vt:lpstr>
      <vt:lpstr>References</vt:lpstr>
      <vt:lpstr>References</vt:lpstr>
      <vt:lpstr>References</vt:lpstr>
      <vt:lpstr>PowerPoint Presentation</vt:lpstr>
      <vt:lpstr>Before and After – NACA 0012 short</vt:lpstr>
      <vt:lpstr>Before and After – NACA 0012 long</vt:lpstr>
      <vt:lpstr>Before and After – NASA SC(2)-0714 – Transonic Flow – Short</vt:lpstr>
      <vt:lpstr>Before and After – NASA SC(2)-0714 – Transonic Flow – Long</vt:lpstr>
      <vt:lpstr>Before and After – NASA SC(2)-0714 – Supersonic Flow – Short</vt:lpstr>
      <vt:lpstr>Before and After – NASA SC(2)-0714 – Supersonic Flow – Long</vt:lpstr>
      <vt:lpstr>Boundary conditions for each case</vt:lpstr>
      <vt:lpstr>Equations</vt:lpstr>
      <vt:lpstr>Equations</vt:lpstr>
      <vt:lpstr>NACA 0012</vt:lpstr>
      <vt:lpstr>NACA 2412</vt:lpstr>
      <vt:lpstr>BACXXX</vt:lpstr>
      <vt:lpstr>NASA SC(2)-0714 Transonic</vt:lpstr>
      <vt:lpstr>NASA SC(2)-0714 Supersonic</vt:lpstr>
      <vt:lpstr>Downforce Trial</vt:lpstr>
      <vt:lpstr>Fuel Saving Calculations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(Student  C00290924) Dachi Dzeria</dc:creator>
  <cp:lastModifiedBy>(Student  C00290924) Dachi Dzeria</cp:lastModifiedBy>
  <cp:revision>1</cp:revision>
  <dcterms:created xsi:type="dcterms:W3CDTF">2026-04-23T14:31:14Z</dcterms:created>
  <dcterms:modified xsi:type="dcterms:W3CDTF">2026-04-26T15:02:12Z</dcterms:modified>
</cp:coreProperties>
</file>